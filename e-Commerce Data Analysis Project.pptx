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3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A0000"/>
    <a:srgbClr val="FF505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11B67B-CB95-4141-B47D-4FEED403321A}" v="360" dt="2026-03-11T05:16:31.9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dhurihawaldar55@gmail.com" userId="456f07d70debe93a" providerId="LiveId" clId="{A9FE7C07-6D85-4A9D-92BD-70786EC06C5E}"/>
    <pc:docChg chg="undo custSel addSld delSld modSld sldOrd modMainMaster">
      <pc:chgData name="madhurihawaldar55@gmail.com" userId="456f07d70debe93a" providerId="LiveId" clId="{A9FE7C07-6D85-4A9D-92BD-70786EC06C5E}" dt="2026-03-05T09:49:28.440" v="2218"/>
      <pc:docMkLst>
        <pc:docMk/>
      </pc:docMkLst>
      <pc:sldChg chg="addSp delSp modSp mod setBg">
        <pc:chgData name="madhurihawaldar55@gmail.com" userId="456f07d70debe93a" providerId="LiveId" clId="{A9FE7C07-6D85-4A9D-92BD-70786EC06C5E}" dt="2026-03-05T09:37:22.832" v="2143" actId="20577"/>
        <pc:sldMkLst>
          <pc:docMk/>
          <pc:sldMk cId="978920052" sldId="256"/>
        </pc:sldMkLst>
        <pc:spChg chg="mod">
          <ac:chgData name="madhurihawaldar55@gmail.com" userId="456f07d70debe93a" providerId="LiveId" clId="{A9FE7C07-6D85-4A9D-92BD-70786EC06C5E}" dt="2026-03-02T10:49:26.062" v="1113" actId="14100"/>
          <ac:spMkLst>
            <pc:docMk/>
            <pc:sldMk cId="978920052" sldId="256"/>
            <ac:spMk id="2" creationId="{C801C963-BD86-9684-34D5-CBD55FFC9C9E}"/>
          </ac:spMkLst>
        </pc:spChg>
        <pc:spChg chg="add mod">
          <ac:chgData name="madhurihawaldar55@gmail.com" userId="456f07d70debe93a" providerId="LiveId" clId="{A9FE7C07-6D85-4A9D-92BD-70786EC06C5E}" dt="2026-03-05T09:37:22.832" v="2143" actId="20577"/>
          <ac:spMkLst>
            <pc:docMk/>
            <pc:sldMk cId="978920052" sldId="256"/>
            <ac:spMk id="4" creationId="{D3A5BEB0-E93D-C453-DB80-61116B1C4443}"/>
          </ac:spMkLst>
        </pc:spChg>
      </pc:sldChg>
      <pc:sldChg chg="addSp delSp modSp mod">
        <pc:chgData name="madhurihawaldar55@gmail.com" userId="456f07d70debe93a" providerId="LiveId" clId="{A9FE7C07-6D85-4A9D-92BD-70786EC06C5E}" dt="2026-03-05T08:39:08.492" v="1983" actId="2711"/>
        <pc:sldMkLst>
          <pc:docMk/>
          <pc:sldMk cId="390353545" sldId="257"/>
        </pc:sldMkLst>
        <pc:spChg chg="mod">
          <ac:chgData name="madhurihawaldar55@gmail.com" userId="456f07d70debe93a" providerId="LiveId" clId="{A9FE7C07-6D85-4A9D-92BD-70786EC06C5E}" dt="2026-03-05T08:38:57.559" v="1982" actId="2711"/>
          <ac:spMkLst>
            <pc:docMk/>
            <pc:sldMk cId="390353545" sldId="257"/>
            <ac:spMk id="2" creationId="{F00F028A-7EE9-9DFE-05D8-6FCAF69264CE}"/>
          </ac:spMkLst>
        </pc:spChg>
        <pc:spChg chg="mod">
          <ac:chgData name="madhurihawaldar55@gmail.com" userId="456f07d70debe93a" providerId="LiveId" clId="{A9FE7C07-6D85-4A9D-92BD-70786EC06C5E}" dt="2026-03-05T08:39:08.492" v="1983" actId="2711"/>
          <ac:spMkLst>
            <pc:docMk/>
            <pc:sldMk cId="390353545" sldId="257"/>
            <ac:spMk id="3" creationId="{9E2E91F6-ED97-E1FB-6D8E-C05AA6EA12CB}"/>
          </ac:spMkLst>
        </pc:spChg>
      </pc:sldChg>
      <pc:sldChg chg="modSp mod">
        <pc:chgData name="madhurihawaldar55@gmail.com" userId="456f07d70debe93a" providerId="LiveId" clId="{A9FE7C07-6D85-4A9D-92BD-70786EC06C5E}" dt="2026-03-05T08:39:24.419" v="1984" actId="2711"/>
        <pc:sldMkLst>
          <pc:docMk/>
          <pc:sldMk cId="1896216258" sldId="258"/>
        </pc:sldMkLst>
        <pc:spChg chg="mod">
          <ac:chgData name="madhurihawaldar55@gmail.com" userId="456f07d70debe93a" providerId="LiveId" clId="{A9FE7C07-6D85-4A9D-92BD-70786EC06C5E}" dt="2026-03-05T08:38:47.606" v="1981" actId="2711"/>
          <ac:spMkLst>
            <pc:docMk/>
            <pc:sldMk cId="1896216258" sldId="258"/>
            <ac:spMk id="2" creationId="{12264F32-B097-7CBC-2576-681E15B6D970}"/>
          </ac:spMkLst>
        </pc:spChg>
        <pc:spChg chg="mod">
          <ac:chgData name="madhurihawaldar55@gmail.com" userId="456f07d70debe93a" providerId="LiveId" clId="{A9FE7C07-6D85-4A9D-92BD-70786EC06C5E}" dt="2026-03-05T08:39:24.419" v="1984" actId="2711"/>
          <ac:spMkLst>
            <pc:docMk/>
            <pc:sldMk cId="1896216258" sldId="258"/>
            <ac:spMk id="3" creationId="{88EB86FF-A1CA-A147-999B-E6B911EF25E4}"/>
          </ac:spMkLst>
        </pc:spChg>
      </pc:sldChg>
      <pc:sldChg chg="modSp mod">
        <pc:chgData name="madhurihawaldar55@gmail.com" userId="456f07d70debe93a" providerId="LiveId" clId="{A9FE7C07-6D85-4A9D-92BD-70786EC06C5E}" dt="2026-03-05T08:39:47.632" v="1986" actId="2711"/>
        <pc:sldMkLst>
          <pc:docMk/>
          <pc:sldMk cId="1474628986" sldId="259"/>
        </pc:sldMkLst>
        <pc:spChg chg="mod">
          <ac:chgData name="madhurihawaldar55@gmail.com" userId="456f07d70debe93a" providerId="LiveId" clId="{A9FE7C07-6D85-4A9D-92BD-70786EC06C5E}" dt="2026-03-05T08:39:40.597" v="1985" actId="2711"/>
          <ac:spMkLst>
            <pc:docMk/>
            <pc:sldMk cId="1474628986" sldId="259"/>
            <ac:spMk id="2" creationId="{08A66C5B-031C-C1D4-EF1D-43D7ECC99C6B}"/>
          </ac:spMkLst>
        </pc:spChg>
        <pc:spChg chg="mod">
          <ac:chgData name="madhurihawaldar55@gmail.com" userId="456f07d70debe93a" providerId="LiveId" clId="{A9FE7C07-6D85-4A9D-92BD-70786EC06C5E}" dt="2026-03-05T08:39:47.632" v="1986" actId="2711"/>
          <ac:spMkLst>
            <pc:docMk/>
            <pc:sldMk cId="1474628986" sldId="259"/>
            <ac:spMk id="3" creationId="{1F37B0C3-BF7A-0756-C6C3-EC4D799AA214}"/>
          </ac:spMkLst>
        </pc:spChg>
      </pc:sldChg>
      <pc:sldChg chg="addSp delSp modSp new mod">
        <pc:chgData name="madhurihawaldar55@gmail.com" userId="456f07d70debe93a" providerId="LiveId" clId="{A9FE7C07-6D85-4A9D-92BD-70786EC06C5E}" dt="2026-03-05T09:42:39.271" v="2165" actId="20577"/>
        <pc:sldMkLst>
          <pc:docMk/>
          <pc:sldMk cId="2985766857" sldId="260"/>
        </pc:sldMkLst>
        <pc:spChg chg="mod">
          <ac:chgData name="madhurihawaldar55@gmail.com" userId="456f07d70debe93a" providerId="LiveId" clId="{A9FE7C07-6D85-4A9D-92BD-70786EC06C5E}" dt="2026-03-05T08:40:04.793" v="1987" actId="2711"/>
          <ac:spMkLst>
            <pc:docMk/>
            <pc:sldMk cId="2985766857" sldId="260"/>
            <ac:spMk id="2" creationId="{0A30659E-E782-1A7A-8913-B0DC4931CDC1}"/>
          </ac:spMkLst>
        </pc:spChg>
        <pc:spChg chg="add mod">
          <ac:chgData name="madhurihawaldar55@gmail.com" userId="456f07d70debe93a" providerId="LiveId" clId="{A9FE7C07-6D85-4A9D-92BD-70786EC06C5E}" dt="2026-03-05T08:20:42.974" v="1734" actId="14100"/>
          <ac:spMkLst>
            <pc:docMk/>
            <pc:sldMk cId="2985766857" sldId="260"/>
            <ac:spMk id="5" creationId="{B7D80D4C-29E0-E6F8-DAA6-07F6B035BAE0}"/>
          </ac:spMkLst>
        </pc:spChg>
        <pc:spChg chg="add mod">
          <ac:chgData name="madhurihawaldar55@gmail.com" userId="456f07d70debe93a" providerId="LiveId" clId="{A9FE7C07-6D85-4A9D-92BD-70786EC06C5E}" dt="2026-03-05T09:42:12.301" v="2157" actId="20577"/>
          <ac:spMkLst>
            <pc:docMk/>
            <pc:sldMk cId="2985766857" sldId="260"/>
            <ac:spMk id="6" creationId="{5FF75B5E-C270-68B5-6595-7D89DE36061F}"/>
          </ac:spMkLst>
        </pc:spChg>
        <pc:spChg chg="add mod">
          <ac:chgData name="madhurihawaldar55@gmail.com" userId="456f07d70debe93a" providerId="LiveId" clId="{A9FE7C07-6D85-4A9D-92BD-70786EC06C5E}" dt="2026-03-05T08:20:55.406" v="1735" actId="14100"/>
          <ac:spMkLst>
            <pc:docMk/>
            <pc:sldMk cId="2985766857" sldId="260"/>
            <ac:spMk id="7" creationId="{B83C1D0F-F62D-9911-933F-07B4585F5603}"/>
          </ac:spMkLst>
        </pc:spChg>
        <pc:spChg chg="add mod">
          <ac:chgData name="madhurihawaldar55@gmail.com" userId="456f07d70debe93a" providerId="LiveId" clId="{A9FE7C07-6D85-4A9D-92BD-70786EC06C5E}" dt="2026-03-05T09:42:39.271" v="2165" actId="20577"/>
          <ac:spMkLst>
            <pc:docMk/>
            <pc:sldMk cId="2985766857" sldId="260"/>
            <ac:spMk id="8" creationId="{16BD8C12-3B96-4C85-D3E6-FD475576A61B}"/>
          </ac:spMkLst>
        </pc:spChg>
      </pc:sldChg>
      <pc:sldChg chg="addSp delSp modSp new mod">
        <pc:chgData name="madhurihawaldar55@gmail.com" userId="456f07d70debe93a" providerId="LiveId" clId="{A9FE7C07-6D85-4A9D-92BD-70786EC06C5E}" dt="2026-03-05T09:43:42.539" v="2173" actId="5793"/>
        <pc:sldMkLst>
          <pc:docMk/>
          <pc:sldMk cId="2493056491" sldId="261"/>
        </pc:sldMkLst>
        <pc:spChg chg="mod">
          <ac:chgData name="madhurihawaldar55@gmail.com" userId="456f07d70debe93a" providerId="LiveId" clId="{A9FE7C07-6D85-4A9D-92BD-70786EC06C5E}" dt="2026-03-05T08:40:19.574" v="1988" actId="2711"/>
          <ac:spMkLst>
            <pc:docMk/>
            <pc:sldMk cId="2493056491" sldId="261"/>
            <ac:spMk id="2" creationId="{65DAF2CD-62B5-F84D-8C4A-625171E9D629}"/>
          </ac:spMkLst>
        </pc:spChg>
        <pc:spChg chg="add mod">
          <ac:chgData name="madhurihawaldar55@gmail.com" userId="456f07d70debe93a" providerId="LiveId" clId="{A9FE7C07-6D85-4A9D-92BD-70786EC06C5E}" dt="2026-03-05T09:43:42.539" v="2173" actId="5793"/>
          <ac:spMkLst>
            <pc:docMk/>
            <pc:sldMk cId="2493056491" sldId="261"/>
            <ac:spMk id="9" creationId="{F32CC307-13B9-6BEC-756C-AF4CC0B4C00A}"/>
          </ac:spMkLst>
        </pc:spChg>
        <pc:picChg chg="add mod">
          <ac:chgData name="madhurihawaldar55@gmail.com" userId="456f07d70debe93a" providerId="LiveId" clId="{A9FE7C07-6D85-4A9D-92BD-70786EC06C5E}" dt="2026-03-02T09:18:36.097" v="304" actId="207"/>
          <ac:picMkLst>
            <pc:docMk/>
            <pc:sldMk cId="2493056491" sldId="261"/>
            <ac:picMk id="1026" creationId="{AB967CCF-74C3-2887-4375-1F1B2E4E2FBA}"/>
          </ac:picMkLst>
        </pc:picChg>
      </pc:sldChg>
      <pc:sldChg chg="addSp delSp modSp new mod">
        <pc:chgData name="madhurihawaldar55@gmail.com" userId="456f07d70debe93a" providerId="LiveId" clId="{A9FE7C07-6D85-4A9D-92BD-70786EC06C5E}" dt="2026-03-05T09:44:20.846" v="2180" actId="1076"/>
        <pc:sldMkLst>
          <pc:docMk/>
          <pc:sldMk cId="1209597911" sldId="262"/>
        </pc:sldMkLst>
        <pc:spChg chg="mod">
          <ac:chgData name="madhurihawaldar55@gmail.com" userId="456f07d70debe93a" providerId="LiveId" clId="{A9FE7C07-6D85-4A9D-92BD-70786EC06C5E}" dt="2026-03-05T08:40:28.874" v="1989" actId="2711"/>
          <ac:spMkLst>
            <pc:docMk/>
            <pc:sldMk cId="1209597911" sldId="262"/>
            <ac:spMk id="2" creationId="{53237CFE-0461-134A-7D0A-37DBB1491F5D}"/>
          </ac:spMkLst>
        </pc:spChg>
        <pc:spChg chg="add mod">
          <ac:chgData name="madhurihawaldar55@gmail.com" userId="456f07d70debe93a" providerId="LiveId" clId="{A9FE7C07-6D85-4A9D-92BD-70786EC06C5E}" dt="2026-03-05T09:44:20.846" v="2180" actId="1076"/>
          <ac:spMkLst>
            <pc:docMk/>
            <pc:sldMk cId="1209597911" sldId="262"/>
            <ac:spMk id="8" creationId="{68148CEF-1141-35AA-DEA4-5A893744E220}"/>
          </ac:spMkLst>
        </pc:spChg>
        <pc:picChg chg="add mod">
          <ac:chgData name="madhurihawaldar55@gmail.com" userId="456f07d70debe93a" providerId="LiveId" clId="{A9FE7C07-6D85-4A9D-92BD-70786EC06C5E}" dt="2026-03-05T08:48:18.287" v="2027" actId="14100"/>
          <ac:picMkLst>
            <pc:docMk/>
            <pc:sldMk cId="1209597911" sldId="262"/>
            <ac:picMk id="3074" creationId="{32BB895A-FA1F-7C22-8666-DD77F11F0B4D}"/>
          </ac:picMkLst>
        </pc:picChg>
      </pc:sldChg>
      <pc:sldChg chg="addSp delSp modSp new mod">
        <pc:chgData name="madhurihawaldar55@gmail.com" userId="456f07d70debe93a" providerId="LiveId" clId="{A9FE7C07-6D85-4A9D-92BD-70786EC06C5E}" dt="2026-03-05T09:44:46.228" v="2184" actId="5793"/>
        <pc:sldMkLst>
          <pc:docMk/>
          <pc:sldMk cId="2870523169" sldId="263"/>
        </pc:sldMkLst>
        <pc:spChg chg="mod">
          <ac:chgData name="madhurihawaldar55@gmail.com" userId="456f07d70debe93a" providerId="LiveId" clId="{A9FE7C07-6D85-4A9D-92BD-70786EC06C5E}" dt="2026-03-05T08:40:37.198" v="1990" actId="2711"/>
          <ac:spMkLst>
            <pc:docMk/>
            <pc:sldMk cId="2870523169" sldId="263"/>
            <ac:spMk id="2" creationId="{5432CED4-83BB-BC63-35DF-F2AB4B6FFEB3}"/>
          </ac:spMkLst>
        </pc:spChg>
        <pc:spChg chg="add mod">
          <ac:chgData name="madhurihawaldar55@gmail.com" userId="456f07d70debe93a" providerId="LiveId" clId="{A9FE7C07-6D85-4A9D-92BD-70786EC06C5E}" dt="2026-03-05T09:44:46.228" v="2184" actId="5793"/>
          <ac:spMkLst>
            <pc:docMk/>
            <pc:sldMk cId="2870523169" sldId="263"/>
            <ac:spMk id="4" creationId="{B7A49F37-1E5A-B1B0-99E3-8A72A4814020}"/>
          </ac:spMkLst>
        </pc:spChg>
        <pc:picChg chg="add mod">
          <ac:chgData name="madhurihawaldar55@gmail.com" userId="456f07d70debe93a" providerId="LiveId" clId="{A9FE7C07-6D85-4A9D-92BD-70786EC06C5E}" dt="2026-03-02T10:47:31.139" v="1106" actId="108"/>
          <ac:picMkLst>
            <pc:docMk/>
            <pc:sldMk cId="2870523169" sldId="263"/>
            <ac:picMk id="3074" creationId="{9EE12A4D-F739-872D-0ADB-78BFE5A4A606}"/>
          </ac:picMkLst>
        </pc:picChg>
      </pc:sldChg>
      <pc:sldChg chg="addSp delSp modSp new mod">
        <pc:chgData name="madhurihawaldar55@gmail.com" userId="456f07d70debe93a" providerId="LiveId" clId="{A9FE7C07-6D85-4A9D-92BD-70786EC06C5E}" dt="2026-03-05T09:45:10.502" v="2190" actId="5793"/>
        <pc:sldMkLst>
          <pc:docMk/>
          <pc:sldMk cId="3894011687" sldId="264"/>
        </pc:sldMkLst>
        <pc:spChg chg="mod">
          <ac:chgData name="madhurihawaldar55@gmail.com" userId="456f07d70debe93a" providerId="LiveId" clId="{A9FE7C07-6D85-4A9D-92BD-70786EC06C5E}" dt="2026-03-05T08:40:47.469" v="1991" actId="2711"/>
          <ac:spMkLst>
            <pc:docMk/>
            <pc:sldMk cId="3894011687" sldId="264"/>
            <ac:spMk id="2" creationId="{F927BB6C-0BF5-D9FF-72C0-D818AD9DED75}"/>
          </ac:spMkLst>
        </pc:spChg>
        <pc:spChg chg="add mod">
          <ac:chgData name="madhurihawaldar55@gmail.com" userId="456f07d70debe93a" providerId="LiveId" clId="{A9FE7C07-6D85-4A9D-92BD-70786EC06C5E}" dt="2026-03-05T09:45:10.502" v="2190" actId="5793"/>
          <ac:spMkLst>
            <pc:docMk/>
            <pc:sldMk cId="3894011687" sldId="264"/>
            <ac:spMk id="3" creationId="{5FAF7FAE-812C-56CB-1B12-7A379CFB37C7}"/>
          </ac:spMkLst>
        </pc:spChg>
        <pc:picChg chg="add mod">
          <ac:chgData name="madhurihawaldar55@gmail.com" userId="456f07d70debe93a" providerId="LiveId" clId="{A9FE7C07-6D85-4A9D-92BD-70786EC06C5E}" dt="2026-03-03T15:13:40.199" v="1121" actId="14100"/>
          <ac:picMkLst>
            <pc:docMk/>
            <pc:sldMk cId="3894011687" sldId="264"/>
            <ac:picMk id="4098" creationId="{42CC4284-7472-C10A-5E49-D3BC9EE83A40}"/>
          </ac:picMkLst>
        </pc:picChg>
      </pc:sldChg>
      <pc:sldChg chg="addSp delSp modSp new mod">
        <pc:chgData name="madhurihawaldar55@gmail.com" userId="456f07d70debe93a" providerId="LiveId" clId="{A9FE7C07-6D85-4A9D-92BD-70786EC06C5E}" dt="2026-03-05T09:45:52.204" v="2200" actId="1076"/>
        <pc:sldMkLst>
          <pc:docMk/>
          <pc:sldMk cId="4248699695" sldId="265"/>
        </pc:sldMkLst>
        <pc:spChg chg="mod">
          <ac:chgData name="madhurihawaldar55@gmail.com" userId="456f07d70debe93a" providerId="LiveId" clId="{A9FE7C07-6D85-4A9D-92BD-70786EC06C5E}" dt="2026-03-05T08:40:59.497" v="1992" actId="2711"/>
          <ac:spMkLst>
            <pc:docMk/>
            <pc:sldMk cId="4248699695" sldId="265"/>
            <ac:spMk id="2" creationId="{607C98E2-6B57-EE61-3B4F-8A0C858108D6}"/>
          </ac:spMkLst>
        </pc:spChg>
        <pc:spChg chg="add mod">
          <ac:chgData name="madhurihawaldar55@gmail.com" userId="456f07d70debe93a" providerId="LiveId" clId="{A9FE7C07-6D85-4A9D-92BD-70786EC06C5E}" dt="2026-03-05T09:45:52.204" v="2200" actId="1076"/>
          <ac:spMkLst>
            <pc:docMk/>
            <pc:sldMk cId="4248699695" sldId="265"/>
            <ac:spMk id="3" creationId="{EA61FC1C-2768-E23A-B8A1-005FD677BE03}"/>
          </ac:spMkLst>
        </pc:spChg>
        <pc:picChg chg="add mod">
          <ac:chgData name="madhurihawaldar55@gmail.com" userId="456f07d70debe93a" providerId="LiveId" clId="{A9FE7C07-6D85-4A9D-92BD-70786EC06C5E}" dt="2026-03-05T08:49:41.884" v="2037" actId="14100"/>
          <ac:picMkLst>
            <pc:docMk/>
            <pc:sldMk cId="4248699695" sldId="265"/>
            <ac:picMk id="4098" creationId="{4FD26C6D-F141-2900-1557-E5CF3CA248E6}"/>
          </ac:picMkLst>
        </pc:picChg>
      </pc:sldChg>
      <pc:sldChg chg="addSp delSp modSp new mod">
        <pc:chgData name="madhurihawaldar55@gmail.com" userId="456f07d70debe93a" providerId="LiveId" clId="{A9FE7C07-6D85-4A9D-92BD-70786EC06C5E}" dt="2026-03-05T08:41:09.926" v="1993" actId="2711"/>
        <pc:sldMkLst>
          <pc:docMk/>
          <pc:sldMk cId="2935211848" sldId="266"/>
        </pc:sldMkLst>
        <pc:spChg chg="mod">
          <ac:chgData name="madhurihawaldar55@gmail.com" userId="456f07d70debe93a" providerId="LiveId" clId="{A9FE7C07-6D85-4A9D-92BD-70786EC06C5E}" dt="2026-03-05T08:41:09.926" v="1993" actId="2711"/>
          <ac:spMkLst>
            <pc:docMk/>
            <pc:sldMk cId="2935211848" sldId="266"/>
            <ac:spMk id="2" creationId="{A00339CF-0C98-5F98-C0FD-172792B93D57}"/>
          </ac:spMkLst>
        </pc:spChg>
        <pc:spChg chg="add mod">
          <ac:chgData name="madhurihawaldar55@gmail.com" userId="456f07d70debe93a" providerId="LiveId" clId="{A9FE7C07-6D85-4A9D-92BD-70786EC06C5E}" dt="2026-03-03T15:25:03.236" v="1166" actId="5793"/>
          <ac:spMkLst>
            <pc:docMk/>
            <pc:sldMk cId="2935211848" sldId="266"/>
            <ac:spMk id="3" creationId="{22F01706-659C-C24B-5DDE-B5C758FA5534}"/>
          </ac:spMkLst>
        </pc:spChg>
        <pc:picChg chg="add mod">
          <ac:chgData name="madhurihawaldar55@gmail.com" userId="456f07d70debe93a" providerId="LiveId" clId="{A9FE7C07-6D85-4A9D-92BD-70786EC06C5E}" dt="2026-03-02T09:33:46.497" v="544" actId="14100"/>
          <ac:picMkLst>
            <pc:docMk/>
            <pc:sldMk cId="2935211848" sldId="266"/>
            <ac:picMk id="6146" creationId="{6685F1FE-7392-FB30-25B3-0764C817E1A4}"/>
          </ac:picMkLst>
        </pc:picChg>
      </pc:sldChg>
      <pc:sldChg chg="addSp delSp modSp new mod">
        <pc:chgData name="madhurihawaldar55@gmail.com" userId="456f07d70debe93a" providerId="LiveId" clId="{A9FE7C07-6D85-4A9D-92BD-70786EC06C5E}" dt="2026-03-05T09:47:21.953" v="2208" actId="14100"/>
        <pc:sldMkLst>
          <pc:docMk/>
          <pc:sldMk cId="1991587245" sldId="267"/>
        </pc:sldMkLst>
        <pc:spChg chg="mod">
          <ac:chgData name="madhurihawaldar55@gmail.com" userId="456f07d70debe93a" providerId="LiveId" clId="{A9FE7C07-6D85-4A9D-92BD-70786EC06C5E}" dt="2026-03-05T09:47:08.762" v="2206" actId="1076"/>
          <ac:spMkLst>
            <pc:docMk/>
            <pc:sldMk cId="1991587245" sldId="267"/>
            <ac:spMk id="2" creationId="{3BF2376B-A5EB-05AB-7D14-5C0615DCC485}"/>
          </ac:spMkLst>
        </pc:spChg>
        <pc:spChg chg="add mod">
          <ac:chgData name="madhurihawaldar55@gmail.com" userId="456f07d70debe93a" providerId="LiveId" clId="{A9FE7C07-6D85-4A9D-92BD-70786EC06C5E}" dt="2026-03-05T09:47:21.953" v="2208" actId="14100"/>
          <ac:spMkLst>
            <pc:docMk/>
            <pc:sldMk cId="1991587245" sldId="267"/>
            <ac:spMk id="3" creationId="{C950B18E-1AC1-728B-6889-AA7141579826}"/>
          </ac:spMkLst>
        </pc:spChg>
        <pc:picChg chg="add mod">
          <ac:chgData name="madhurihawaldar55@gmail.com" userId="456f07d70debe93a" providerId="LiveId" clId="{A9FE7C07-6D85-4A9D-92BD-70786EC06C5E}" dt="2026-03-05T09:46:32.315" v="2201" actId="14100"/>
          <ac:picMkLst>
            <pc:docMk/>
            <pc:sldMk cId="1991587245" sldId="267"/>
            <ac:picMk id="5122" creationId="{9302F013-59AB-061E-88F6-859983949E71}"/>
          </ac:picMkLst>
        </pc:picChg>
      </pc:sldChg>
      <pc:sldChg chg="addSp delSp modSp new mod">
        <pc:chgData name="madhurihawaldar55@gmail.com" userId="456f07d70debe93a" providerId="LiveId" clId="{A9FE7C07-6D85-4A9D-92BD-70786EC06C5E}" dt="2026-03-05T08:52:28.409" v="2047" actId="20577"/>
        <pc:sldMkLst>
          <pc:docMk/>
          <pc:sldMk cId="3569747208" sldId="268"/>
        </pc:sldMkLst>
        <pc:spChg chg="mod">
          <ac:chgData name="madhurihawaldar55@gmail.com" userId="456f07d70debe93a" providerId="LiveId" clId="{A9FE7C07-6D85-4A9D-92BD-70786EC06C5E}" dt="2026-03-05T08:52:18.640" v="2045" actId="20577"/>
          <ac:spMkLst>
            <pc:docMk/>
            <pc:sldMk cId="3569747208" sldId="268"/>
            <ac:spMk id="2" creationId="{6661FAD3-329C-95F9-EFAB-37B50D856E6A}"/>
          </ac:spMkLst>
        </pc:spChg>
        <pc:spChg chg="add mod">
          <ac:chgData name="madhurihawaldar55@gmail.com" userId="456f07d70debe93a" providerId="LiveId" clId="{A9FE7C07-6D85-4A9D-92BD-70786EC06C5E}" dt="2026-03-05T08:52:28.409" v="2047" actId="20577"/>
          <ac:spMkLst>
            <pc:docMk/>
            <pc:sldMk cId="3569747208" sldId="268"/>
            <ac:spMk id="3" creationId="{3F6B4F74-F5D6-9DCA-A83E-074CBD21E7EC}"/>
          </ac:spMkLst>
        </pc:spChg>
        <pc:picChg chg="add mod">
          <ac:chgData name="madhurihawaldar55@gmail.com" userId="456f07d70debe93a" providerId="LiveId" clId="{A9FE7C07-6D85-4A9D-92BD-70786EC06C5E}" dt="2026-03-02T09:36:49.631" v="620" actId="14100"/>
          <ac:picMkLst>
            <pc:docMk/>
            <pc:sldMk cId="3569747208" sldId="268"/>
            <ac:picMk id="8194" creationId="{6857FDEB-08A4-CF12-06FC-92F278EA86F9}"/>
          </ac:picMkLst>
        </pc:picChg>
      </pc:sldChg>
      <pc:sldChg chg="addSp delSp modSp new mod">
        <pc:chgData name="madhurihawaldar55@gmail.com" userId="456f07d70debe93a" providerId="LiveId" clId="{A9FE7C07-6D85-4A9D-92BD-70786EC06C5E}" dt="2026-03-05T09:47:55.693" v="2211" actId="14100"/>
        <pc:sldMkLst>
          <pc:docMk/>
          <pc:sldMk cId="3681504942" sldId="269"/>
        </pc:sldMkLst>
        <pc:spChg chg="mod">
          <ac:chgData name="madhurihawaldar55@gmail.com" userId="456f07d70debe93a" providerId="LiveId" clId="{A9FE7C07-6D85-4A9D-92BD-70786EC06C5E}" dt="2026-03-05T08:41:57.607" v="1997" actId="2711"/>
          <ac:spMkLst>
            <pc:docMk/>
            <pc:sldMk cId="3681504942" sldId="269"/>
            <ac:spMk id="2" creationId="{47D7F267-0991-BF20-6207-B946C441810E}"/>
          </ac:spMkLst>
        </pc:spChg>
        <pc:spChg chg="add mod">
          <ac:chgData name="madhurihawaldar55@gmail.com" userId="456f07d70debe93a" providerId="LiveId" clId="{A9FE7C07-6D85-4A9D-92BD-70786EC06C5E}" dt="2026-03-05T09:47:55.693" v="2211" actId="14100"/>
          <ac:spMkLst>
            <pc:docMk/>
            <pc:sldMk cId="3681504942" sldId="269"/>
            <ac:spMk id="3" creationId="{2B68651E-FE57-3B9E-8809-25562CA0F8AC}"/>
          </ac:spMkLst>
        </pc:spChg>
        <pc:picChg chg="add mod">
          <ac:chgData name="madhurihawaldar55@gmail.com" userId="456f07d70debe93a" providerId="LiveId" clId="{A9FE7C07-6D85-4A9D-92BD-70786EC06C5E}" dt="2026-03-05T08:53:29.710" v="2057" actId="14100"/>
          <ac:picMkLst>
            <pc:docMk/>
            <pc:sldMk cId="3681504942" sldId="269"/>
            <ac:picMk id="6146" creationId="{9D9190CD-3578-6F63-AF12-32838A5970D4}"/>
          </ac:picMkLst>
        </pc:picChg>
      </pc:sldChg>
      <pc:sldChg chg="addSp delSp modSp new mod">
        <pc:chgData name="madhurihawaldar55@gmail.com" userId="456f07d70debe93a" providerId="LiveId" clId="{A9FE7C07-6D85-4A9D-92BD-70786EC06C5E}" dt="2026-03-05T09:48:30.207" v="2214" actId="14100"/>
        <pc:sldMkLst>
          <pc:docMk/>
          <pc:sldMk cId="559612738" sldId="270"/>
        </pc:sldMkLst>
        <pc:spChg chg="mod">
          <ac:chgData name="madhurihawaldar55@gmail.com" userId="456f07d70debe93a" providerId="LiveId" clId="{A9FE7C07-6D85-4A9D-92BD-70786EC06C5E}" dt="2026-03-05T08:42:04.972" v="1998" actId="2711"/>
          <ac:spMkLst>
            <pc:docMk/>
            <pc:sldMk cId="559612738" sldId="270"/>
            <ac:spMk id="2" creationId="{C9A32F07-1A79-4522-0E59-1C7B2271C0D1}"/>
          </ac:spMkLst>
        </pc:spChg>
        <pc:spChg chg="add mod">
          <ac:chgData name="madhurihawaldar55@gmail.com" userId="456f07d70debe93a" providerId="LiveId" clId="{A9FE7C07-6D85-4A9D-92BD-70786EC06C5E}" dt="2026-03-05T09:48:30.207" v="2214" actId="14100"/>
          <ac:spMkLst>
            <pc:docMk/>
            <pc:sldMk cId="559612738" sldId="270"/>
            <ac:spMk id="3" creationId="{7BE5E348-1957-0827-0CFA-DB54384254AA}"/>
          </ac:spMkLst>
        </pc:spChg>
        <pc:picChg chg="add mod">
          <ac:chgData name="madhurihawaldar55@gmail.com" userId="456f07d70debe93a" providerId="LiveId" clId="{A9FE7C07-6D85-4A9D-92BD-70786EC06C5E}" dt="2026-03-05T08:54:27.311" v="2065" actId="14100"/>
          <ac:picMkLst>
            <pc:docMk/>
            <pc:sldMk cId="559612738" sldId="270"/>
            <ac:picMk id="2052" creationId="{C87FDB1A-D662-0DCA-F249-E5F4B80A016F}"/>
          </ac:picMkLst>
        </pc:picChg>
      </pc:sldChg>
      <pc:sldChg chg="addSp delSp modSp new mod">
        <pc:chgData name="madhurihawaldar55@gmail.com" userId="456f07d70debe93a" providerId="LiveId" clId="{A9FE7C07-6D85-4A9D-92BD-70786EC06C5E}" dt="2026-03-05T09:48:57.022" v="2216" actId="1076"/>
        <pc:sldMkLst>
          <pc:docMk/>
          <pc:sldMk cId="102217766" sldId="271"/>
        </pc:sldMkLst>
        <pc:spChg chg="mod">
          <ac:chgData name="madhurihawaldar55@gmail.com" userId="456f07d70debe93a" providerId="LiveId" clId="{A9FE7C07-6D85-4A9D-92BD-70786EC06C5E}" dt="2026-03-05T08:42:15.635" v="1999" actId="2711"/>
          <ac:spMkLst>
            <pc:docMk/>
            <pc:sldMk cId="102217766" sldId="271"/>
            <ac:spMk id="2" creationId="{AEC9AE83-F0CE-0573-DC4A-9178C6A5A3A3}"/>
          </ac:spMkLst>
        </pc:spChg>
        <pc:spChg chg="add mod">
          <ac:chgData name="madhurihawaldar55@gmail.com" userId="456f07d70debe93a" providerId="LiveId" clId="{A9FE7C07-6D85-4A9D-92BD-70786EC06C5E}" dt="2026-03-05T09:48:57.022" v="2216" actId="1076"/>
          <ac:spMkLst>
            <pc:docMk/>
            <pc:sldMk cId="102217766" sldId="271"/>
            <ac:spMk id="3" creationId="{92068305-6CF2-1328-DE3A-870DD329B854}"/>
          </ac:spMkLst>
        </pc:spChg>
        <pc:picChg chg="add mod">
          <ac:chgData name="madhurihawaldar55@gmail.com" userId="456f07d70debe93a" providerId="LiveId" clId="{A9FE7C07-6D85-4A9D-92BD-70786EC06C5E}" dt="2026-03-05T08:56:29.387" v="2083" actId="14100"/>
          <ac:picMkLst>
            <pc:docMk/>
            <pc:sldMk cId="102217766" sldId="271"/>
            <ac:picMk id="7172" creationId="{80E7012F-EFF2-C7C0-68F6-185F801761CF}"/>
          </ac:picMkLst>
        </pc:picChg>
      </pc:sldChg>
      <pc:sldChg chg="addSp delSp modSp new mod">
        <pc:chgData name="madhurihawaldar55@gmail.com" userId="456f07d70debe93a" providerId="LiveId" clId="{A9FE7C07-6D85-4A9D-92BD-70786EC06C5E}" dt="2026-03-05T08:57:46.450" v="2090" actId="14100"/>
        <pc:sldMkLst>
          <pc:docMk/>
          <pc:sldMk cId="3765181146" sldId="272"/>
        </pc:sldMkLst>
        <pc:spChg chg="mod">
          <ac:chgData name="madhurihawaldar55@gmail.com" userId="456f07d70debe93a" providerId="LiveId" clId="{A9FE7C07-6D85-4A9D-92BD-70786EC06C5E}" dt="2026-03-05T08:42:26.464" v="2000" actId="2711"/>
          <ac:spMkLst>
            <pc:docMk/>
            <pc:sldMk cId="3765181146" sldId="272"/>
            <ac:spMk id="2" creationId="{E3BC76E0-02BE-C2F8-7536-C1D48F201034}"/>
          </ac:spMkLst>
        </pc:spChg>
        <pc:spChg chg="add mod">
          <ac:chgData name="madhurihawaldar55@gmail.com" userId="456f07d70debe93a" providerId="LiveId" clId="{A9FE7C07-6D85-4A9D-92BD-70786EC06C5E}" dt="2026-03-03T15:45:15.778" v="1300" actId="5793"/>
          <ac:spMkLst>
            <pc:docMk/>
            <pc:sldMk cId="3765181146" sldId="272"/>
            <ac:spMk id="3" creationId="{19333351-EB91-413B-765E-B631BEA9F5A6}"/>
          </ac:spMkLst>
        </pc:spChg>
        <pc:picChg chg="add mod">
          <ac:chgData name="madhurihawaldar55@gmail.com" userId="456f07d70debe93a" providerId="LiveId" clId="{A9FE7C07-6D85-4A9D-92BD-70786EC06C5E}" dt="2026-03-05T08:57:46.450" v="2090" actId="14100"/>
          <ac:picMkLst>
            <pc:docMk/>
            <pc:sldMk cId="3765181146" sldId="272"/>
            <ac:picMk id="8194" creationId="{BEF50AD3-F1FA-4AEB-DE15-B40D44347931}"/>
          </ac:picMkLst>
        </pc:picChg>
      </pc:sldChg>
      <pc:sldChg chg="modSp new mod ord">
        <pc:chgData name="madhurihawaldar55@gmail.com" userId="456f07d70debe93a" providerId="LiveId" clId="{A9FE7C07-6D85-4A9D-92BD-70786EC06C5E}" dt="2026-03-05T08:59:06.032" v="2094" actId="20577"/>
        <pc:sldMkLst>
          <pc:docMk/>
          <pc:sldMk cId="3176946894" sldId="273"/>
        </pc:sldMkLst>
        <pc:spChg chg="mod">
          <ac:chgData name="madhurihawaldar55@gmail.com" userId="456f07d70debe93a" providerId="LiveId" clId="{A9FE7C07-6D85-4A9D-92BD-70786EC06C5E}" dt="2026-03-05T08:44:37.032" v="2006" actId="113"/>
          <ac:spMkLst>
            <pc:docMk/>
            <pc:sldMk cId="3176946894" sldId="273"/>
            <ac:spMk id="2" creationId="{BACCC8E2-EF83-AB16-97FD-056C7773A191}"/>
          </ac:spMkLst>
        </pc:spChg>
        <pc:spChg chg="mod">
          <ac:chgData name="madhurihawaldar55@gmail.com" userId="456f07d70debe93a" providerId="LiveId" clId="{A9FE7C07-6D85-4A9D-92BD-70786EC06C5E}" dt="2026-03-05T08:59:06.032" v="2094" actId="20577"/>
          <ac:spMkLst>
            <pc:docMk/>
            <pc:sldMk cId="3176946894" sldId="273"/>
            <ac:spMk id="3" creationId="{66BB26E6-4E14-08BB-B61C-A155849BD764}"/>
          </ac:spMkLst>
        </pc:spChg>
      </pc:sldChg>
      <pc:sldChg chg="modSp new mod ord">
        <pc:chgData name="madhurihawaldar55@gmail.com" userId="456f07d70debe93a" providerId="LiveId" clId="{A9FE7C07-6D85-4A9D-92BD-70786EC06C5E}" dt="2026-03-05T09:49:28.440" v="2218"/>
        <pc:sldMkLst>
          <pc:docMk/>
          <pc:sldMk cId="2563320030" sldId="274"/>
        </pc:sldMkLst>
        <pc:spChg chg="mod">
          <ac:chgData name="madhurihawaldar55@gmail.com" userId="456f07d70debe93a" providerId="LiveId" clId="{A9FE7C07-6D85-4A9D-92BD-70786EC06C5E}" dt="2026-03-05T08:44:32.320" v="2005" actId="113"/>
          <ac:spMkLst>
            <pc:docMk/>
            <pc:sldMk cId="2563320030" sldId="274"/>
            <ac:spMk id="2" creationId="{ADF2BA35-A6B3-C41F-D4B7-A8B08B9A53D9}"/>
          </ac:spMkLst>
        </pc:spChg>
        <pc:spChg chg="mod">
          <ac:chgData name="madhurihawaldar55@gmail.com" userId="456f07d70debe93a" providerId="LiveId" clId="{A9FE7C07-6D85-4A9D-92BD-70786EC06C5E}" dt="2026-03-05T08:33:02.698" v="1932" actId="27636"/>
          <ac:spMkLst>
            <pc:docMk/>
            <pc:sldMk cId="2563320030" sldId="274"/>
            <ac:spMk id="3" creationId="{732F58AE-7B7D-631F-704A-5D16503133A4}"/>
          </ac:spMkLst>
        </pc:spChg>
      </pc:sldChg>
    </pc:docChg>
  </pc:docChgLst>
  <pc:docChgLst>
    <pc:chgData name="madhurihawaldar55@gmail.com" userId="456f07d70debe93a" providerId="LiveId" clId="{BAC3DBC9-64CC-4239-A353-2B2342B73AC8}"/>
    <pc:docChg chg="undo custSel modSld modMainMaster">
      <pc:chgData name="madhurihawaldar55@gmail.com" userId="456f07d70debe93a" providerId="LiveId" clId="{BAC3DBC9-64CC-4239-A353-2B2342B73AC8}" dt="2026-03-11T05:16:31.944" v="442"/>
      <pc:docMkLst>
        <pc:docMk/>
      </pc:docMkLst>
      <pc:sldChg chg="setBg">
        <pc:chgData name="madhurihawaldar55@gmail.com" userId="456f07d70debe93a" providerId="LiveId" clId="{BAC3DBC9-64CC-4239-A353-2B2342B73AC8}" dt="2026-03-11T05:03:34.226" v="253"/>
        <pc:sldMkLst>
          <pc:docMk/>
          <pc:sldMk cId="978920052" sldId="256"/>
        </pc:sldMkLst>
      </pc:sldChg>
      <pc:sldChg chg="modSp mod">
        <pc:chgData name="madhurihawaldar55@gmail.com" userId="456f07d70debe93a" providerId="LiveId" clId="{BAC3DBC9-64CC-4239-A353-2B2342B73AC8}" dt="2026-03-11T05:07:13.009" v="267" actId="20577"/>
        <pc:sldMkLst>
          <pc:docMk/>
          <pc:sldMk cId="390353545" sldId="257"/>
        </pc:sldMkLst>
        <pc:spChg chg="mod">
          <ac:chgData name="madhurihawaldar55@gmail.com" userId="456f07d70debe93a" providerId="LiveId" clId="{BAC3DBC9-64CC-4239-A353-2B2342B73AC8}" dt="2026-03-11T05:07:13.009" v="267" actId="20577"/>
          <ac:spMkLst>
            <pc:docMk/>
            <pc:sldMk cId="390353545" sldId="257"/>
            <ac:spMk id="3" creationId="{9E2E91F6-ED97-E1FB-6D8E-C05AA6EA12CB}"/>
          </ac:spMkLst>
        </pc:spChg>
      </pc:sldChg>
      <pc:sldChg chg="modSp">
        <pc:chgData name="madhurihawaldar55@gmail.com" userId="456f07d70debe93a" providerId="LiveId" clId="{BAC3DBC9-64CC-4239-A353-2B2342B73AC8}" dt="2026-03-11T05:00:32.169" v="0"/>
        <pc:sldMkLst>
          <pc:docMk/>
          <pc:sldMk cId="1896216258" sldId="258"/>
        </pc:sldMkLst>
        <pc:spChg chg="mod">
          <ac:chgData name="madhurihawaldar55@gmail.com" userId="456f07d70debe93a" providerId="LiveId" clId="{BAC3DBC9-64CC-4239-A353-2B2342B73AC8}" dt="2026-03-11T05:00:32.169" v="0"/>
          <ac:spMkLst>
            <pc:docMk/>
            <pc:sldMk cId="1896216258" sldId="258"/>
            <ac:spMk id="2" creationId="{12264F32-B097-7CBC-2576-681E15B6D970}"/>
          </ac:spMkLst>
        </pc:spChg>
      </pc:sldChg>
      <pc:sldChg chg="modSp">
        <pc:chgData name="madhurihawaldar55@gmail.com" userId="456f07d70debe93a" providerId="LiveId" clId="{BAC3DBC9-64CC-4239-A353-2B2342B73AC8}" dt="2026-03-11T05:00:32.169" v="0"/>
        <pc:sldMkLst>
          <pc:docMk/>
          <pc:sldMk cId="1474628986" sldId="259"/>
        </pc:sldMkLst>
        <pc:spChg chg="mod">
          <ac:chgData name="madhurihawaldar55@gmail.com" userId="456f07d70debe93a" providerId="LiveId" clId="{BAC3DBC9-64CC-4239-A353-2B2342B73AC8}" dt="2026-03-11T05:00:32.169" v="0"/>
          <ac:spMkLst>
            <pc:docMk/>
            <pc:sldMk cId="1474628986" sldId="259"/>
            <ac:spMk id="2" creationId="{08A66C5B-031C-C1D4-EF1D-43D7ECC99C6B}"/>
          </ac:spMkLst>
        </pc:spChg>
      </pc:sldChg>
      <pc:sldChg chg="modSp">
        <pc:chgData name="madhurihawaldar55@gmail.com" userId="456f07d70debe93a" providerId="LiveId" clId="{BAC3DBC9-64CC-4239-A353-2B2342B73AC8}" dt="2026-03-11T05:00:32.169" v="0"/>
        <pc:sldMkLst>
          <pc:docMk/>
          <pc:sldMk cId="2985766857" sldId="260"/>
        </pc:sldMkLst>
        <pc:spChg chg="mod">
          <ac:chgData name="madhurihawaldar55@gmail.com" userId="456f07d70debe93a" providerId="LiveId" clId="{BAC3DBC9-64CC-4239-A353-2B2342B73AC8}" dt="2026-03-11T05:00:32.169" v="0"/>
          <ac:spMkLst>
            <pc:docMk/>
            <pc:sldMk cId="2985766857" sldId="260"/>
            <ac:spMk id="2" creationId="{0A30659E-E782-1A7A-8913-B0DC4931CDC1}"/>
          </ac:spMkLst>
        </pc:spChg>
      </pc:sldChg>
      <pc:sldChg chg="modSp">
        <pc:chgData name="madhurihawaldar55@gmail.com" userId="456f07d70debe93a" providerId="LiveId" clId="{BAC3DBC9-64CC-4239-A353-2B2342B73AC8}" dt="2026-03-11T05:00:32.169" v="0"/>
        <pc:sldMkLst>
          <pc:docMk/>
          <pc:sldMk cId="2493056491" sldId="261"/>
        </pc:sldMkLst>
        <pc:spChg chg="mod">
          <ac:chgData name="madhurihawaldar55@gmail.com" userId="456f07d70debe93a" providerId="LiveId" clId="{BAC3DBC9-64CC-4239-A353-2B2342B73AC8}" dt="2026-03-11T05:00:32.169" v="0"/>
          <ac:spMkLst>
            <pc:docMk/>
            <pc:sldMk cId="2493056491" sldId="261"/>
            <ac:spMk id="2" creationId="{65DAF2CD-62B5-F84D-8C4A-625171E9D629}"/>
          </ac:spMkLst>
        </pc:spChg>
      </pc:sldChg>
      <pc:sldChg chg="modSp">
        <pc:chgData name="madhurihawaldar55@gmail.com" userId="456f07d70debe93a" providerId="LiveId" clId="{BAC3DBC9-64CC-4239-A353-2B2342B73AC8}" dt="2026-03-11T05:00:32.169" v="0"/>
        <pc:sldMkLst>
          <pc:docMk/>
          <pc:sldMk cId="1209597911" sldId="262"/>
        </pc:sldMkLst>
        <pc:spChg chg="mod">
          <ac:chgData name="madhurihawaldar55@gmail.com" userId="456f07d70debe93a" providerId="LiveId" clId="{BAC3DBC9-64CC-4239-A353-2B2342B73AC8}" dt="2026-03-11T05:00:32.169" v="0"/>
          <ac:spMkLst>
            <pc:docMk/>
            <pc:sldMk cId="1209597911" sldId="262"/>
            <ac:spMk id="2" creationId="{53237CFE-0461-134A-7D0A-37DBB1491F5D}"/>
          </ac:spMkLst>
        </pc:spChg>
      </pc:sldChg>
      <pc:sldChg chg="modSp">
        <pc:chgData name="madhurihawaldar55@gmail.com" userId="456f07d70debe93a" providerId="LiveId" clId="{BAC3DBC9-64CC-4239-A353-2B2342B73AC8}" dt="2026-03-11T05:00:32.169" v="0"/>
        <pc:sldMkLst>
          <pc:docMk/>
          <pc:sldMk cId="2870523169" sldId="263"/>
        </pc:sldMkLst>
        <pc:spChg chg="mod">
          <ac:chgData name="madhurihawaldar55@gmail.com" userId="456f07d70debe93a" providerId="LiveId" clId="{BAC3DBC9-64CC-4239-A353-2B2342B73AC8}" dt="2026-03-11T05:00:32.169" v="0"/>
          <ac:spMkLst>
            <pc:docMk/>
            <pc:sldMk cId="2870523169" sldId="263"/>
            <ac:spMk id="2" creationId="{5432CED4-83BB-BC63-35DF-F2AB4B6FFEB3}"/>
          </ac:spMkLst>
        </pc:spChg>
      </pc:sldChg>
      <pc:sldChg chg="modSp">
        <pc:chgData name="madhurihawaldar55@gmail.com" userId="456f07d70debe93a" providerId="LiveId" clId="{BAC3DBC9-64CC-4239-A353-2B2342B73AC8}" dt="2026-03-11T05:00:32.169" v="0"/>
        <pc:sldMkLst>
          <pc:docMk/>
          <pc:sldMk cId="3894011687" sldId="264"/>
        </pc:sldMkLst>
        <pc:spChg chg="mod">
          <ac:chgData name="madhurihawaldar55@gmail.com" userId="456f07d70debe93a" providerId="LiveId" clId="{BAC3DBC9-64CC-4239-A353-2B2342B73AC8}" dt="2026-03-11T05:00:32.169" v="0"/>
          <ac:spMkLst>
            <pc:docMk/>
            <pc:sldMk cId="3894011687" sldId="264"/>
            <ac:spMk id="2" creationId="{F927BB6C-0BF5-D9FF-72C0-D818AD9DED75}"/>
          </ac:spMkLst>
        </pc:spChg>
      </pc:sldChg>
      <pc:sldChg chg="modSp">
        <pc:chgData name="madhurihawaldar55@gmail.com" userId="456f07d70debe93a" providerId="LiveId" clId="{BAC3DBC9-64CC-4239-A353-2B2342B73AC8}" dt="2026-03-11T05:00:32.169" v="0"/>
        <pc:sldMkLst>
          <pc:docMk/>
          <pc:sldMk cId="4248699695" sldId="265"/>
        </pc:sldMkLst>
        <pc:spChg chg="mod">
          <ac:chgData name="madhurihawaldar55@gmail.com" userId="456f07d70debe93a" providerId="LiveId" clId="{BAC3DBC9-64CC-4239-A353-2B2342B73AC8}" dt="2026-03-11T05:00:32.169" v="0"/>
          <ac:spMkLst>
            <pc:docMk/>
            <pc:sldMk cId="4248699695" sldId="265"/>
            <ac:spMk id="2" creationId="{607C98E2-6B57-EE61-3B4F-8A0C858108D6}"/>
          </ac:spMkLst>
        </pc:spChg>
      </pc:sldChg>
      <pc:sldChg chg="modSp">
        <pc:chgData name="madhurihawaldar55@gmail.com" userId="456f07d70debe93a" providerId="LiveId" clId="{BAC3DBC9-64CC-4239-A353-2B2342B73AC8}" dt="2026-03-11T05:00:32.169" v="0"/>
        <pc:sldMkLst>
          <pc:docMk/>
          <pc:sldMk cId="2935211848" sldId="266"/>
        </pc:sldMkLst>
        <pc:spChg chg="mod">
          <ac:chgData name="madhurihawaldar55@gmail.com" userId="456f07d70debe93a" providerId="LiveId" clId="{BAC3DBC9-64CC-4239-A353-2B2342B73AC8}" dt="2026-03-11T05:00:32.169" v="0"/>
          <ac:spMkLst>
            <pc:docMk/>
            <pc:sldMk cId="2935211848" sldId="266"/>
            <ac:spMk id="2" creationId="{A00339CF-0C98-5F98-C0FD-172792B93D57}"/>
          </ac:spMkLst>
        </pc:spChg>
      </pc:sldChg>
      <pc:sldChg chg="modSp">
        <pc:chgData name="madhurihawaldar55@gmail.com" userId="456f07d70debe93a" providerId="LiveId" clId="{BAC3DBC9-64CC-4239-A353-2B2342B73AC8}" dt="2026-03-11T05:00:32.169" v="0"/>
        <pc:sldMkLst>
          <pc:docMk/>
          <pc:sldMk cId="1991587245" sldId="267"/>
        </pc:sldMkLst>
        <pc:spChg chg="mod">
          <ac:chgData name="madhurihawaldar55@gmail.com" userId="456f07d70debe93a" providerId="LiveId" clId="{BAC3DBC9-64CC-4239-A353-2B2342B73AC8}" dt="2026-03-11T05:00:32.169" v="0"/>
          <ac:spMkLst>
            <pc:docMk/>
            <pc:sldMk cId="1991587245" sldId="267"/>
            <ac:spMk id="2" creationId="{3BF2376B-A5EB-05AB-7D14-5C0615DCC485}"/>
          </ac:spMkLst>
        </pc:spChg>
      </pc:sldChg>
      <pc:sldChg chg="modSp">
        <pc:chgData name="madhurihawaldar55@gmail.com" userId="456f07d70debe93a" providerId="LiveId" clId="{BAC3DBC9-64CC-4239-A353-2B2342B73AC8}" dt="2026-03-11T05:00:32.169" v="0"/>
        <pc:sldMkLst>
          <pc:docMk/>
          <pc:sldMk cId="3569747208" sldId="268"/>
        </pc:sldMkLst>
        <pc:spChg chg="mod">
          <ac:chgData name="madhurihawaldar55@gmail.com" userId="456f07d70debe93a" providerId="LiveId" clId="{BAC3DBC9-64CC-4239-A353-2B2342B73AC8}" dt="2026-03-11T05:00:32.169" v="0"/>
          <ac:spMkLst>
            <pc:docMk/>
            <pc:sldMk cId="3569747208" sldId="268"/>
            <ac:spMk id="2" creationId="{6661FAD3-329C-95F9-EFAB-37B50D856E6A}"/>
          </ac:spMkLst>
        </pc:spChg>
      </pc:sldChg>
      <pc:sldChg chg="modSp">
        <pc:chgData name="madhurihawaldar55@gmail.com" userId="456f07d70debe93a" providerId="LiveId" clId="{BAC3DBC9-64CC-4239-A353-2B2342B73AC8}" dt="2026-03-11T05:00:32.169" v="0"/>
        <pc:sldMkLst>
          <pc:docMk/>
          <pc:sldMk cId="3681504942" sldId="269"/>
        </pc:sldMkLst>
        <pc:spChg chg="mod">
          <ac:chgData name="madhurihawaldar55@gmail.com" userId="456f07d70debe93a" providerId="LiveId" clId="{BAC3DBC9-64CC-4239-A353-2B2342B73AC8}" dt="2026-03-11T05:00:32.169" v="0"/>
          <ac:spMkLst>
            <pc:docMk/>
            <pc:sldMk cId="3681504942" sldId="269"/>
            <ac:spMk id="2" creationId="{47D7F267-0991-BF20-6207-B946C441810E}"/>
          </ac:spMkLst>
        </pc:spChg>
      </pc:sldChg>
      <pc:sldChg chg="modSp">
        <pc:chgData name="madhurihawaldar55@gmail.com" userId="456f07d70debe93a" providerId="LiveId" clId="{BAC3DBC9-64CC-4239-A353-2B2342B73AC8}" dt="2026-03-11T05:00:32.169" v="0"/>
        <pc:sldMkLst>
          <pc:docMk/>
          <pc:sldMk cId="559612738" sldId="270"/>
        </pc:sldMkLst>
        <pc:spChg chg="mod">
          <ac:chgData name="madhurihawaldar55@gmail.com" userId="456f07d70debe93a" providerId="LiveId" clId="{BAC3DBC9-64CC-4239-A353-2B2342B73AC8}" dt="2026-03-11T05:00:32.169" v="0"/>
          <ac:spMkLst>
            <pc:docMk/>
            <pc:sldMk cId="559612738" sldId="270"/>
            <ac:spMk id="2" creationId="{C9A32F07-1A79-4522-0E59-1C7B2271C0D1}"/>
          </ac:spMkLst>
        </pc:spChg>
      </pc:sldChg>
      <pc:sldChg chg="modSp">
        <pc:chgData name="madhurihawaldar55@gmail.com" userId="456f07d70debe93a" providerId="LiveId" clId="{BAC3DBC9-64CC-4239-A353-2B2342B73AC8}" dt="2026-03-11T05:00:32.169" v="0"/>
        <pc:sldMkLst>
          <pc:docMk/>
          <pc:sldMk cId="102217766" sldId="271"/>
        </pc:sldMkLst>
        <pc:spChg chg="mod">
          <ac:chgData name="madhurihawaldar55@gmail.com" userId="456f07d70debe93a" providerId="LiveId" clId="{BAC3DBC9-64CC-4239-A353-2B2342B73AC8}" dt="2026-03-11T05:00:32.169" v="0"/>
          <ac:spMkLst>
            <pc:docMk/>
            <pc:sldMk cId="102217766" sldId="271"/>
            <ac:spMk id="2" creationId="{AEC9AE83-F0CE-0573-DC4A-9178C6A5A3A3}"/>
          </ac:spMkLst>
        </pc:spChg>
      </pc:sldChg>
      <pc:sldChg chg="modSp mod setBg">
        <pc:chgData name="madhurihawaldar55@gmail.com" userId="456f07d70debe93a" providerId="LiveId" clId="{BAC3DBC9-64CC-4239-A353-2B2342B73AC8}" dt="2026-03-11T05:16:31.944" v="442"/>
        <pc:sldMkLst>
          <pc:docMk/>
          <pc:sldMk cId="3765181146" sldId="272"/>
        </pc:sldMkLst>
        <pc:spChg chg="mod">
          <ac:chgData name="madhurihawaldar55@gmail.com" userId="456f07d70debe93a" providerId="LiveId" clId="{BAC3DBC9-64CC-4239-A353-2B2342B73AC8}" dt="2026-03-11T05:00:32.169" v="0"/>
          <ac:spMkLst>
            <pc:docMk/>
            <pc:sldMk cId="3765181146" sldId="272"/>
            <ac:spMk id="2" creationId="{E3BC76E0-02BE-C2F8-7536-C1D48F201034}"/>
          </ac:spMkLst>
        </pc:spChg>
        <pc:spChg chg="mod">
          <ac:chgData name="madhurihawaldar55@gmail.com" userId="456f07d70debe93a" providerId="LiveId" clId="{BAC3DBC9-64CC-4239-A353-2B2342B73AC8}" dt="2026-03-11T05:09:30.581" v="269" actId="114"/>
          <ac:spMkLst>
            <pc:docMk/>
            <pc:sldMk cId="3765181146" sldId="272"/>
            <ac:spMk id="3" creationId="{19333351-EB91-413B-765E-B631BEA9F5A6}"/>
          </ac:spMkLst>
        </pc:spChg>
      </pc:sldChg>
      <pc:sldChg chg="modSp mod">
        <pc:chgData name="madhurihawaldar55@gmail.com" userId="456f07d70debe93a" providerId="LiveId" clId="{BAC3DBC9-64CC-4239-A353-2B2342B73AC8}" dt="2026-03-11T05:14:09.546" v="340" actId="27636"/>
        <pc:sldMkLst>
          <pc:docMk/>
          <pc:sldMk cId="3176946894" sldId="273"/>
        </pc:sldMkLst>
        <pc:spChg chg="mod">
          <ac:chgData name="madhurihawaldar55@gmail.com" userId="456f07d70debe93a" providerId="LiveId" clId="{BAC3DBC9-64CC-4239-A353-2B2342B73AC8}" dt="2026-03-11T05:00:32.169" v="0"/>
          <ac:spMkLst>
            <pc:docMk/>
            <pc:sldMk cId="3176946894" sldId="273"/>
            <ac:spMk id="2" creationId="{BACCC8E2-EF83-AB16-97FD-056C7773A191}"/>
          </ac:spMkLst>
        </pc:spChg>
        <pc:spChg chg="mod">
          <ac:chgData name="madhurihawaldar55@gmail.com" userId="456f07d70debe93a" providerId="LiveId" clId="{BAC3DBC9-64CC-4239-A353-2B2342B73AC8}" dt="2026-03-11T05:14:09.546" v="340" actId="27636"/>
          <ac:spMkLst>
            <pc:docMk/>
            <pc:sldMk cId="3176946894" sldId="273"/>
            <ac:spMk id="3" creationId="{66BB26E6-4E14-08BB-B61C-A155849BD764}"/>
          </ac:spMkLst>
        </pc:spChg>
      </pc:sldChg>
      <pc:sldChg chg="modSp setBg">
        <pc:chgData name="madhurihawaldar55@gmail.com" userId="456f07d70debe93a" providerId="LiveId" clId="{BAC3DBC9-64CC-4239-A353-2B2342B73AC8}" dt="2026-03-11T05:15:17.248" v="395"/>
        <pc:sldMkLst>
          <pc:docMk/>
          <pc:sldMk cId="2563320030" sldId="274"/>
        </pc:sldMkLst>
        <pc:spChg chg="mod">
          <ac:chgData name="madhurihawaldar55@gmail.com" userId="456f07d70debe93a" providerId="LiveId" clId="{BAC3DBC9-64CC-4239-A353-2B2342B73AC8}" dt="2026-03-11T05:00:32.169" v="0"/>
          <ac:spMkLst>
            <pc:docMk/>
            <pc:sldMk cId="2563320030" sldId="274"/>
            <ac:spMk id="2" creationId="{ADF2BA35-A6B3-C41F-D4B7-A8B08B9A53D9}"/>
          </ac:spMkLst>
        </pc:spChg>
      </pc:sldChg>
      <pc:sldMasterChg chg="setBg modSldLayout">
        <pc:chgData name="madhurihawaldar55@gmail.com" userId="456f07d70debe93a" providerId="LiveId" clId="{BAC3DBC9-64CC-4239-A353-2B2342B73AC8}" dt="2026-03-11T05:16:31.944" v="442"/>
        <pc:sldMasterMkLst>
          <pc:docMk/>
          <pc:sldMasterMk cId="1564514423" sldId="2147484008"/>
        </pc:sldMasterMkLst>
        <pc:sldLayoutChg chg="setBg">
          <pc:chgData name="madhurihawaldar55@gmail.com" userId="456f07d70debe93a" providerId="LiveId" clId="{BAC3DBC9-64CC-4239-A353-2B2342B73AC8}" dt="2026-03-11T05:16:31.944" v="442"/>
          <pc:sldLayoutMkLst>
            <pc:docMk/>
            <pc:sldMasterMk cId="1564514423" sldId="2147484008"/>
            <pc:sldLayoutMk cId="3542621096" sldId="2147484009"/>
          </pc:sldLayoutMkLst>
        </pc:sldLayoutChg>
        <pc:sldLayoutChg chg="setBg">
          <pc:chgData name="madhurihawaldar55@gmail.com" userId="456f07d70debe93a" providerId="LiveId" clId="{BAC3DBC9-64CC-4239-A353-2B2342B73AC8}" dt="2026-03-11T05:16:31.944" v="442"/>
          <pc:sldLayoutMkLst>
            <pc:docMk/>
            <pc:sldMasterMk cId="1564514423" sldId="2147484008"/>
            <pc:sldLayoutMk cId="1731724744" sldId="2147484010"/>
          </pc:sldLayoutMkLst>
        </pc:sldLayoutChg>
        <pc:sldLayoutChg chg="setBg">
          <pc:chgData name="madhurihawaldar55@gmail.com" userId="456f07d70debe93a" providerId="LiveId" clId="{BAC3DBC9-64CC-4239-A353-2B2342B73AC8}" dt="2026-03-11T05:16:31.944" v="442"/>
          <pc:sldLayoutMkLst>
            <pc:docMk/>
            <pc:sldMasterMk cId="1564514423" sldId="2147484008"/>
            <pc:sldLayoutMk cId="4107869525" sldId="2147484011"/>
          </pc:sldLayoutMkLst>
        </pc:sldLayoutChg>
        <pc:sldLayoutChg chg="setBg">
          <pc:chgData name="madhurihawaldar55@gmail.com" userId="456f07d70debe93a" providerId="LiveId" clId="{BAC3DBC9-64CC-4239-A353-2B2342B73AC8}" dt="2026-03-11T05:16:31.944" v="442"/>
          <pc:sldLayoutMkLst>
            <pc:docMk/>
            <pc:sldMasterMk cId="1564514423" sldId="2147484008"/>
            <pc:sldLayoutMk cId="175739834" sldId="2147484012"/>
          </pc:sldLayoutMkLst>
        </pc:sldLayoutChg>
        <pc:sldLayoutChg chg="setBg">
          <pc:chgData name="madhurihawaldar55@gmail.com" userId="456f07d70debe93a" providerId="LiveId" clId="{BAC3DBC9-64CC-4239-A353-2B2342B73AC8}" dt="2026-03-11T05:16:31.944" v="442"/>
          <pc:sldLayoutMkLst>
            <pc:docMk/>
            <pc:sldMasterMk cId="1564514423" sldId="2147484008"/>
            <pc:sldLayoutMk cId="3135576355" sldId="2147484013"/>
          </pc:sldLayoutMkLst>
        </pc:sldLayoutChg>
        <pc:sldLayoutChg chg="setBg">
          <pc:chgData name="madhurihawaldar55@gmail.com" userId="456f07d70debe93a" providerId="LiveId" clId="{BAC3DBC9-64CC-4239-A353-2B2342B73AC8}" dt="2026-03-11T05:16:31.944" v="442"/>
          <pc:sldLayoutMkLst>
            <pc:docMk/>
            <pc:sldMasterMk cId="1564514423" sldId="2147484008"/>
            <pc:sldLayoutMk cId="3918415448" sldId="2147484014"/>
          </pc:sldLayoutMkLst>
        </pc:sldLayoutChg>
        <pc:sldLayoutChg chg="setBg">
          <pc:chgData name="madhurihawaldar55@gmail.com" userId="456f07d70debe93a" providerId="LiveId" clId="{BAC3DBC9-64CC-4239-A353-2B2342B73AC8}" dt="2026-03-11T05:16:31.944" v="442"/>
          <pc:sldLayoutMkLst>
            <pc:docMk/>
            <pc:sldMasterMk cId="1564514423" sldId="2147484008"/>
            <pc:sldLayoutMk cId="3898276258" sldId="2147484015"/>
          </pc:sldLayoutMkLst>
        </pc:sldLayoutChg>
        <pc:sldLayoutChg chg="setBg">
          <pc:chgData name="madhurihawaldar55@gmail.com" userId="456f07d70debe93a" providerId="LiveId" clId="{BAC3DBC9-64CC-4239-A353-2B2342B73AC8}" dt="2026-03-11T05:16:31.944" v="442"/>
          <pc:sldLayoutMkLst>
            <pc:docMk/>
            <pc:sldMasterMk cId="1564514423" sldId="2147484008"/>
            <pc:sldLayoutMk cId="3810298182" sldId="2147484016"/>
          </pc:sldLayoutMkLst>
        </pc:sldLayoutChg>
        <pc:sldLayoutChg chg="setBg">
          <pc:chgData name="madhurihawaldar55@gmail.com" userId="456f07d70debe93a" providerId="LiveId" clId="{BAC3DBC9-64CC-4239-A353-2B2342B73AC8}" dt="2026-03-11T05:16:31.944" v="442"/>
          <pc:sldLayoutMkLst>
            <pc:docMk/>
            <pc:sldMasterMk cId="1564514423" sldId="2147484008"/>
            <pc:sldLayoutMk cId="3639309815" sldId="2147484017"/>
          </pc:sldLayoutMkLst>
        </pc:sldLayoutChg>
        <pc:sldLayoutChg chg="setBg">
          <pc:chgData name="madhurihawaldar55@gmail.com" userId="456f07d70debe93a" providerId="LiveId" clId="{BAC3DBC9-64CC-4239-A353-2B2342B73AC8}" dt="2026-03-11T05:16:31.944" v="442"/>
          <pc:sldLayoutMkLst>
            <pc:docMk/>
            <pc:sldMasterMk cId="1564514423" sldId="2147484008"/>
            <pc:sldLayoutMk cId="709431011" sldId="2147484018"/>
          </pc:sldLayoutMkLst>
        </pc:sldLayoutChg>
        <pc:sldLayoutChg chg="setBg">
          <pc:chgData name="madhurihawaldar55@gmail.com" userId="456f07d70debe93a" providerId="LiveId" clId="{BAC3DBC9-64CC-4239-A353-2B2342B73AC8}" dt="2026-03-11T05:16:31.944" v="442"/>
          <pc:sldLayoutMkLst>
            <pc:docMk/>
            <pc:sldMasterMk cId="1564514423" sldId="2147484008"/>
            <pc:sldLayoutMk cId="255804683" sldId="2147484019"/>
          </pc:sldLayoutMkLst>
        </pc:sldLayoutChg>
        <pc:sldLayoutChg chg="setBg">
          <pc:chgData name="madhurihawaldar55@gmail.com" userId="456f07d70debe93a" providerId="LiveId" clId="{BAC3DBC9-64CC-4239-A353-2B2342B73AC8}" dt="2026-03-11T05:16:31.944" v="442"/>
          <pc:sldLayoutMkLst>
            <pc:docMk/>
            <pc:sldMasterMk cId="1564514423" sldId="2147484008"/>
            <pc:sldLayoutMk cId="2980618752" sldId="2147484020"/>
          </pc:sldLayoutMkLst>
        </pc:sldLayoutChg>
        <pc:sldLayoutChg chg="setBg">
          <pc:chgData name="madhurihawaldar55@gmail.com" userId="456f07d70debe93a" providerId="LiveId" clId="{BAC3DBC9-64CC-4239-A353-2B2342B73AC8}" dt="2026-03-11T05:16:31.944" v="442"/>
          <pc:sldLayoutMkLst>
            <pc:docMk/>
            <pc:sldMasterMk cId="1564514423" sldId="2147484008"/>
            <pc:sldLayoutMk cId="4178024420" sldId="2147484021"/>
          </pc:sldLayoutMkLst>
        </pc:sldLayoutChg>
        <pc:sldLayoutChg chg="setBg">
          <pc:chgData name="madhurihawaldar55@gmail.com" userId="456f07d70debe93a" providerId="LiveId" clId="{BAC3DBC9-64CC-4239-A353-2B2342B73AC8}" dt="2026-03-11T05:16:31.944" v="442"/>
          <pc:sldLayoutMkLst>
            <pc:docMk/>
            <pc:sldMasterMk cId="1564514423" sldId="2147484008"/>
            <pc:sldLayoutMk cId="1472735158" sldId="2147484022"/>
          </pc:sldLayoutMkLst>
        </pc:sldLayoutChg>
        <pc:sldLayoutChg chg="setBg">
          <pc:chgData name="madhurihawaldar55@gmail.com" userId="456f07d70debe93a" providerId="LiveId" clId="{BAC3DBC9-64CC-4239-A353-2B2342B73AC8}" dt="2026-03-11T05:16:31.944" v="442"/>
          <pc:sldLayoutMkLst>
            <pc:docMk/>
            <pc:sldMasterMk cId="1564514423" sldId="2147484008"/>
            <pc:sldLayoutMk cId="470740817" sldId="2147484023"/>
          </pc:sldLayoutMkLst>
        </pc:sldLayoutChg>
        <pc:sldLayoutChg chg="setBg">
          <pc:chgData name="madhurihawaldar55@gmail.com" userId="456f07d70debe93a" providerId="LiveId" clId="{BAC3DBC9-64CC-4239-A353-2B2342B73AC8}" dt="2026-03-11T05:16:31.944" v="442"/>
          <pc:sldLayoutMkLst>
            <pc:docMk/>
            <pc:sldMasterMk cId="1564514423" sldId="2147484008"/>
            <pc:sldLayoutMk cId="216070829" sldId="2147484024"/>
          </pc:sldLayoutMkLst>
        </pc:sldLayoutChg>
        <pc:sldLayoutChg chg="setBg">
          <pc:chgData name="madhurihawaldar55@gmail.com" userId="456f07d70debe93a" providerId="LiveId" clId="{BAC3DBC9-64CC-4239-A353-2B2342B73AC8}" dt="2026-03-11T05:16:31.944" v="442"/>
          <pc:sldLayoutMkLst>
            <pc:docMk/>
            <pc:sldMasterMk cId="1564514423" sldId="2147484008"/>
            <pc:sldLayoutMk cId="248451680" sldId="2147484025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1B31F-5DC3-4BD4-A0C1-A64A52C59180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54F85C8E-872A-498E-8985-0AA7F016A9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2621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1B31F-5DC3-4BD4-A0C1-A64A52C59180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85C8E-872A-498E-8985-0AA7F016A9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1724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1B31F-5DC3-4BD4-A0C1-A64A52C59180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54F85C8E-872A-498E-8985-0AA7F016A9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7869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1B31F-5DC3-4BD4-A0C1-A64A52C59180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85C8E-872A-498E-8985-0AA7F016A9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739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1B31F-5DC3-4BD4-A0C1-A64A52C59180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85C8E-872A-498E-8985-0AA7F016A9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5576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1B31F-5DC3-4BD4-A0C1-A64A52C59180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85C8E-872A-498E-8985-0AA7F016A9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8415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1B31F-5DC3-4BD4-A0C1-A64A52C59180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85C8E-872A-498E-8985-0AA7F016A9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8276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1B31F-5DC3-4BD4-A0C1-A64A52C59180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85C8E-872A-498E-8985-0AA7F016A9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0298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1B31F-5DC3-4BD4-A0C1-A64A52C59180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85C8E-872A-498E-8985-0AA7F016A9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9309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1B31F-5DC3-4BD4-A0C1-A64A52C59180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54F85C8E-872A-498E-8985-0AA7F016A9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9431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1B31F-5DC3-4BD4-A0C1-A64A52C59180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54F85C8E-872A-498E-8985-0AA7F016A9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8046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1B31F-5DC3-4BD4-A0C1-A64A52C59180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54F85C8E-872A-498E-8985-0AA7F016A957}" type="slidenum">
              <a:rPr lang="en-IN" smtClean="0"/>
              <a:t>‹#›</a:t>
            </a:fld>
            <a:endParaRPr lang="en-IN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806187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1B31F-5DC3-4BD4-A0C1-A64A52C59180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54F85C8E-872A-498E-8985-0AA7F016A9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80244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1B31F-5DC3-4BD4-A0C1-A64A52C59180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85C8E-872A-498E-8985-0AA7F016A9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27351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1B31F-5DC3-4BD4-A0C1-A64A52C59180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85C8E-872A-498E-8985-0AA7F016A9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07408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1B31F-5DC3-4BD4-A0C1-A64A52C59180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85C8E-872A-498E-8985-0AA7F016A9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0708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2B01B31F-5DC3-4BD4-A0C1-A64A52C59180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54F85C8E-872A-498E-8985-0AA7F016A9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451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rgbClr val="FF5050"/>
            </a:gs>
            <a:gs pos="100000">
              <a:srgbClr val="DA0000"/>
            </a:gs>
          </a:gsLst>
          <a:lin ang="252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01B31F-5DC3-4BD4-A0C1-A64A52C59180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F85C8E-872A-498E-8985-0AA7F016A9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451442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09" r:id="rId1"/>
    <p:sldLayoutId id="2147484010" r:id="rId2"/>
    <p:sldLayoutId id="2147484011" r:id="rId3"/>
    <p:sldLayoutId id="2147484012" r:id="rId4"/>
    <p:sldLayoutId id="2147484013" r:id="rId5"/>
    <p:sldLayoutId id="2147484014" r:id="rId6"/>
    <p:sldLayoutId id="2147484015" r:id="rId7"/>
    <p:sldLayoutId id="2147484016" r:id="rId8"/>
    <p:sldLayoutId id="2147484017" r:id="rId9"/>
    <p:sldLayoutId id="2147484018" r:id="rId10"/>
    <p:sldLayoutId id="2147484019" r:id="rId11"/>
    <p:sldLayoutId id="2147484020" r:id="rId12"/>
    <p:sldLayoutId id="2147484021" r:id="rId13"/>
    <p:sldLayoutId id="2147484022" r:id="rId14"/>
    <p:sldLayoutId id="2147484023" r:id="rId15"/>
    <p:sldLayoutId id="2147484024" r:id="rId16"/>
    <p:sldLayoutId id="214748402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TNHvrMPVtIzuOAUm_XOzIkDMdSMoDyMt?usp=sharing" TargetMode="External"/><Relationship Id="rId2" Type="http://schemas.openxmlformats.org/officeDocument/2006/relationships/hyperlink" Target="https://drive.google.com/file/d/1poCjo88uPjrkBbgmSHiZQCBmLmJaYzWi/view?usp=drive_link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1C963-BD86-9684-34D5-CBD55FFC9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85885"/>
            <a:ext cx="8957187" cy="1661650"/>
          </a:xfr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IN" sz="4800" b="1" dirty="0">
                <a:latin typeface="Segoe UI Black" panose="020B0A02040204020203" pitchFamily="34" charset="0"/>
                <a:ea typeface="Segoe UI Black" panose="020B0A02040204020203" pitchFamily="34" charset="0"/>
              </a:rPr>
              <a:t>e-Commerce Data Analysis Project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A5BEB0-E93D-C453-DB80-61116B1C4443}"/>
              </a:ext>
            </a:extLst>
          </p:cNvPr>
          <p:cNvSpPr txBox="1"/>
          <p:nvPr/>
        </p:nvSpPr>
        <p:spPr>
          <a:xfrm>
            <a:off x="9124334" y="4365522"/>
            <a:ext cx="3067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by: Madhuri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Hawaldar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8920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64F32-B097-7CBC-2576-681E15B6D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Overview: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EB86FF-A1CA-A147-999B-E6B911EF25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582680"/>
            <a:ext cx="9613861" cy="3599316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</a:t>
            </a:r>
            <a:r>
              <a:rPr lang="en-IN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e-commerce data and extract actionable business insights to improve: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growth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</a:t>
            </a:r>
            <a:r>
              <a:rPr lang="en-IN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retension</a:t>
            </a:r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 performance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Seller performance</a:t>
            </a:r>
          </a:p>
          <a:p>
            <a:pPr marL="0" indent="0">
              <a:buNone/>
            </a:pPr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Tools Used: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MySQL (Data Extraction and Analysis)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Python (Data cleaning and Visualization)</a:t>
            </a:r>
          </a:p>
        </p:txBody>
      </p:sp>
    </p:spTree>
    <p:extLst>
      <p:ext uri="{BB962C8B-B14F-4D97-AF65-F5344CB8AC3E}">
        <p14:creationId xmlns:p14="http://schemas.microsoft.com/office/powerpoint/2010/main" val="1896216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F028A-7EE9-9DFE-05D8-6FCAF6926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19431"/>
            <a:ext cx="10515600" cy="1229033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Overview: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2E91F6-ED97-E1FB-6D8E-C05AA6EA1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62982"/>
            <a:ext cx="10515600" cy="37755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Files:</a:t>
            </a:r>
          </a:p>
          <a:p>
            <a:pPr marL="0" indent="0">
              <a:buNone/>
            </a:pPr>
            <a:endParaRPr lang="en-IN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customers.csv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Customers demographic details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Sellers.csv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Sellers information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Orders.csv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Order history and details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Order_items.csv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Order items details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Products.csv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products details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Payments.csv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Payments details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Geolocation.csv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Geolocation details</a:t>
            </a:r>
          </a:p>
          <a:p>
            <a:pPr marL="342900" indent="-342900">
              <a:buAutoNum type="arabicPeriod"/>
            </a:pPr>
            <a:endParaRPr lang="en-IN" sz="1800" b="1" dirty="0"/>
          </a:p>
        </p:txBody>
      </p:sp>
    </p:spTree>
    <p:extLst>
      <p:ext uri="{BB962C8B-B14F-4D97-AF65-F5344CB8AC3E}">
        <p14:creationId xmlns:p14="http://schemas.microsoft.com/office/powerpoint/2010/main" val="390353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66C5B-031C-C1D4-EF1D-43D7ECC99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Cleaning Steps</a:t>
            </a:r>
            <a:r>
              <a:rPr lang="en-IN" sz="4000" b="1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37B0C3-BF7A-0756-C6C3-EC4D799AA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2269" y="3116825"/>
            <a:ext cx="9613861" cy="2507227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Handled missing values</a:t>
            </a:r>
          </a:p>
          <a:p>
            <a:pPr marL="0" indent="0">
              <a:buNone/>
            </a:pPr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Converted Date columns to proper format</a:t>
            </a:r>
          </a:p>
          <a:p>
            <a:pPr marL="0" indent="0">
              <a:buNone/>
            </a:pPr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Removed duplicate records</a:t>
            </a:r>
          </a:p>
          <a:p>
            <a:pPr marL="0" indent="0">
              <a:buNone/>
            </a:pPr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Joined multiple tables using LEFT JOIN</a:t>
            </a:r>
          </a:p>
        </p:txBody>
      </p:sp>
    </p:spTree>
    <p:extLst>
      <p:ext uri="{BB962C8B-B14F-4D97-AF65-F5344CB8AC3E}">
        <p14:creationId xmlns:p14="http://schemas.microsoft.com/office/powerpoint/2010/main" val="1474628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0659E-E782-1A7A-8913-B0DC4931C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Business KPIs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7D80D4C-29E0-E6F8-DAA6-07F6B035BAE0}"/>
              </a:ext>
            </a:extLst>
          </p:cNvPr>
          <p:cNvSpPr/>
          <p:nvPr/>
        </p:nvSpPr>
        <p:spPr>
          <a:xfrm>
            <a:off x="2110913" y="2831691"/>
            <a:ext cx="2446337" cy="12786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Customers </a:t>
            </a:r>
          </a:p>
          <a:p>
            <a:pPr algn="ctr"/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99441</a:t>
            </a:r>
            <a:endParaRPr lang="en-IN" sz="20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FF75B5E-C270-68B5-6595-7D89DE36061F}"/>
              </a:ext>
            </a:extLst>
          </p:cNvPr>
          <p:cNvSpPr/>
          <p:nvPr/>
        </p:nvSpPr>
        <p:spPr>
          <a:xfrm>
            <a:off x="2110914" y="4886632"/>
            <a:ext cx="2446337" cy="141584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Sellers </a:t>
            </a:r>
          </a:p>
          <a:p>
            <a:pPr algn="ctr"/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3095</a:t>
            </a:r>
            <a:endParaRPr lang="en-IN" sz="20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83C1D0F-F62D-9911-933F-07B4585F5603}"/>
              </a:ext>
            </a:extLst>
          </p:cNvPr>
          <p:cNvSpPr/>
          <p:nvPr/>
        </p:nvSpPr>
        <p:spPr>
          <a:xfrm>
            <a:off x="7634752" y="2831691"/>
            <a:ext cx="2446337" cy="12585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Orders </a:t>
            </a:r>
          </a:p>
          <a:p>
            <a:pPr algn="ctr"/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99441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6BD8C12-3B96-4C85-D3E6-FD475576A61B}"/>
              </a:ext>
            </a:extLst>
          </p:cNvPr>
          <p:cNvSpPr/>
          <p:nvPr/>
        </p:nvSpPr>
        <p:spPr>
          <a:xfrm>
            <a:off x="7634751" y="5023834"/>
            <a:ext cx="2446337" cy="12786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Revenue </a:t>
            </a:r>
          </a:p>
          <a:p>
            <a:pPr algn="ctr"/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15843553 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985766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AF2CD-62B5-F84D-8C4A-625171E9D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Monthly Sales Trend Analysis</a:t>
            </a:r>
            <a:r>
              <a:rPr lang="en-IN" dirty="0"/>
              <a:t>: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B967CCF-74C3-2887-4375-1F1B2E4E2FB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58" y="2526890"/>
            <a:ext cx="7128387" cy="388374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glow rad="127000">
              <a:schemeClr val="bg2">
                <a:lumMod val="20000"/>
                <a:lumOff val="80000"/>
              </a:schemeClr>
            </a:glow>
          </a:effectLst>
        </p:spPr>
      </p:pic>
      <p:sp>
        <p:nvSpPr>
          <p:cNvPr id="9" name="Rectangle 3">
            <a:extLst>
              <a:ext uri="{FF2B5EF4-FFF2-40B4-BE49-F238E27FC236}">
                <a16:creationId xmlns:a16="http://schemas.microsoft.com/office/drawing/2014/main" id="{F32CC307-13B9-6BEC-756C-AF4CC0B4C0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0" y="3053839"/>
            <a:ext cx="4493342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Key Insights :</a:t>
            </a:r>
          </a:p>
          <a:p>
            <a:endParaRPr lang="en-US" b="1" dirty="0"/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Steady growth from late 2016 through mid-2018</a:t>
            </a:r>
          </a:p>
          <a:p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Major peak in October 2017, likely seasonal or promotional.</a:t>
            </a:r>
          </a:p>
          <a:p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remain elevated after the peak, showing sustained demand.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3056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37CFE-0461-134A-7D0A-37DBB1491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by Payment type Analysis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148CEF-1141-35AA-DEA4-5A893744E220}"/>
              </a:ext>
            </a:extLst>
          </p:cNvPr>
          <p:cNvSpPr txBox="1"/>
          <p:nvPr/>
        </p:nvSpPr>
        <p:spPr>
          <a:xfrm>
            <a:off x="6272983" y="2537247"/>
            <a:ext cx="5919017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Insights:</a:t>
            </a:r>
          </a:p>
          <a:p>
            <a:endParaRPr lang="en-IN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Credit Cards dominate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Contribute 10.5M revenue, accounting for the majority share.</a:t>
            </a: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UPI is growing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 2.3M, it’s the second-largest method, showing strong adoption but still far behind credit cards.</a:t>
            </a:r>
          </a:p>
          <a:p>
            <a:pPr lvl="0"/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Vouchers are niche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Generate 619K, likely tied to promotions or loyalty programs.</a:t>
            </a:r>
          </a:p>
          <a:p>
            <a:pPr lvl="0"/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Debit Cards underperform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Only 175K, indicating very low customer preference.</a:t>
            </a:r>
          </a:p>
          <a:p>
            <a:endParaRPr lang="en-IN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32BB895A-FA1F-7C22-8666-DD77F11F0B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645" y="2231923"/>
            <a:ext cx="5899355" cy="4365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95979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2CED4-83BB-BC63-35DF-F2AB4B6FF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Freight Value v/s Product Price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9EE12A4D-F739-872D-0ADB-78BFE5A4A60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472" y="2192595"/>
            <a:ext cx="5997676" cy="446384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glow rad="127000">
              <a:schemeClr val="bg2">
                <a:lumMod val="20000"/>
                <a:lumOff val="80000"/>
              </a:schemeClr>
            </a:glo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7A49F37-1E5A-B1B0-99E3-8A72A4814020}"/>
              </a:ext>
            </a:extLst>
          </p:cNvPr>
          <p:cNvSpPr txBox="1"/>
          <p:nvPr/>
        </p:nvSpPr>
        <p:spPr>
          <a:xfrm>
            <a:off x="6744930" y="2411453"/>
            <a:ext cx="5447070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Insights:</a:t>
            </a:r>
          </a:p>
          <a:p>
            <a:endParaRPr lang="en-IN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Cluster at low values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Most products have low prices and low freight costs, showing that the bulk of business is concentrated in the lower range.</a:t>
            </a: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Positive correlation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 product price increases, freight value tends to rise too—indicating higher-priced items often incur higher shipping costs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lvl="0"/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Outliers matter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few products with very high prices and freight values stand out. These could represent premium goods or bulky shipments that disproportionately affect logistics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0523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7BB6C-0BF5-D9FF-72C0-D818AD9DE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Price distribution by top 5 product categories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42CC4284-7472-C10A-5E49-D3BC9EE83A4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975" y="2222089"/>
            <a:ext cx="6331974" cy="438518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glow rad="127000">
              <a:schemeClr val="bg2">
                <a:lumMod val="20000"/>
                <a:lumOff val="80000"/>
              </a:schemeClr>
            </a:glo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AF7FAE-812C-56CB-1B12-7A379CFB37C7}"/>
              </a:ext>
            </a:extLst>
          </p:cNvPr>
          <p:cNvSpPr txBox="1"/>
          <p:nvPr/>
        </p:nvSpPr>
        <p:spPr>
          <a:xfrm>
            <a:off x="7403690" y="2694039"/>
            <a:ext cx="4552335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Insights:</a:t>
            </a: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Furniture Decoration: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widest price range, premium outliers.</a:t>
            </a:r>
          </a:p>
          <a:p>
            <a:pPr lvl="0"/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Computer Accessories &amp; Health Beauty: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lowest, most stable prices.</a:t>
            </a:r>
          </a:p>
          <a:p>
            <a:pPr lvl="0"/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Bed Table Bath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mid-range, balanced distribution.</a:t>
            </a:r>
          </a:p>
          <a:p>
            <a:pPr lvl="0"/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Sport Leisure: 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mix of affordable and premium items.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40116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C98E2-6B57-EE61-3B4F-8A0C85810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10 Cities by Sales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61FC1C-2768-E23A-B8A1-005FD677BE03}"/>
              </a:ext>
            </a:extLst>
          </p:cNvPr>
          <p:cNvSpPr txBox="1"/>
          <p:nvPr/>
        </p:nvSpPr>
        <p:spPr>
          <a:xfrm>
            <a:off x="7138219" y="2271252"/>
            <a:ext cx="4925962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Insights:</a:t>
            </a:r>
          </a:p>
          <a:p>
            <a:endParaRPr lang="en-IN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Sao Paulo dominates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with 14,310 customers — more than double Rio de Janeiro.</a:t>
            </a:r>
          </a:p>
          <a:p>
            <a:pPr lvl="0"/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Rio de Janeiro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second (6,263), showing strong but significantly smaller base.</a:t>
            </a:r>
          </a:p>
          <a:p>
            <a:pPr lvl="0"/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Belo Horizonte, Brasilia, Curitiba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form the mid-tier (1,400–2,500 customers).</a:t>
            </a:r>
          </a:p>
          <a:p>
            <a:pPr lvl="0"/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Campinas, Porto Alegre, Salvador, Guarulhos, Sao Bernardo do Campo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each have ~900–1,300 customers, representing smaller but notable markets.</a:t>
            </a:r>
          </a:p>
          <a:p>
            <a:pPr lvl="0"/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Clear </a:t>
            </a: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concentration in major urban hubs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with Sao Paulo as the primary driver.</a:t>
            </a:r>
          </a:p>
          <a:p>
            <a:endParaRPr lang="en-IN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4FD26C6D-F141-2900-1557-E5CF3CA248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974" y="2271252"/>
            <a:ext cx="6558117" cy="4345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86996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339CF-0C98-5F98-C0FD-172792B93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 Analysis Per Year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6685F1FE-7392-FB30-25B3-0764C817E1A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646" y="2241756"/>
            <a:ext cx="5899354" cy="4424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2F01706-659C-C24B-5DDE-B5C758FA5534}"/>
              </a:ext>
            </a:extLst>
          </p:cNvPr>
          <p:cNvSpPr txBox="1"/>
          <p:nvPr/>
        </p:nvSpPr>
        <p:spPr>
          <a:xfrm>
            <a:off x="6489290" y="2792361"/>
            <a:ext cx="5594556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Insights: </a:t>
            </a: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2016: Very low activity (269 orders).</a:t>
            </a:r>
          </a:p>
          <a:p>
            <a:pPr lvl="0"/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2017: Explosive growth to 42,659 orders.</a:t>
            </a:r>
          </a:p>
          <a:p>
            <a:pPr lvl="0"/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2018: Continued strong growth, reaching 52,200 orders.</a:t>
            </a:r>
          </a:p>
          <a:p>
            <a:pPr lvl="0"/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Growth from 2016 to 2018 is nearly 200x, showing rapid business expansion.</a:t>
            </a:r>
          </a:p>
          <a:p>
            <a:pPr lvl="0"/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Momentum is sustained, with 2018 surpassing 2017 by ~22%.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52118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2376B-A5EB-05AB-7D14-5C0615DCC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Sales per Category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50B18E-1AC1-728B-6889-AA7141579826}"/>
              </a:ext>
            </a:extLst>
          </p:cNvPr>
          <p:cNvSpPr txBox="1"/>
          <p:nvPr/>
        </p:nvSpPr>
        <p:spPr>
          <a:xfrm>
            <a:off x="7187380" y="2265163"/>
            <a:ext cx="4916129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Insights: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Health Beauty leads with the highest sales (1.46M), showing strong customer demand.</a:t>
            </a:r>
          </a:p>
          <a:p>
            <a:pPr lvl="0"/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Watches Present and Bed Table Bath follow closely, both above 1.29M, forming the next tier of high-performing categories.</a:t>
            </a:r>
          </a:p>
          <a:p>
            <a:pPr lvl="0"/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Sport Leisure and Computer Accessories also cross the 1M mark, indicating solid revenue streams.</a:t>
            </a:r>
          </a:p>
          <a:p>
            <a:pPr lvl="0"/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Furniture Decoration and Housewares sit in the mid-range (0.8–0.9M).</a:t>
            </a:r>
          </a:p>
          <a:p>
            <a:pPr lvl="0"/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Cool Stuff, Automotive, and Garden Tools round out the list, each contributing ~0.6–0.7M.</a:t>
            </a:r>
          </a:p>
          <a:p>
            <a:pPr lvl="0"/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9302F013-59AB-061E-88F6-859983949E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499" y="2192593"/>
            <a:ext cx="6631088" cy="4454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15872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1FAD3-329C-95F9-EFAB-37B50D856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Orders Paid in </a:t>
            </a:r>
            <a:r>
              <a:rPr lang="en-IN" sz="4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Installment</a:t>
            </a:r>
            <a:endParaRPr lang="en-IN" sz="4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6857FDEB-08A4-CF12-06FC-92F278EA86F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177" y="2281085"/>
            <a:ext cx="4420650" cy="4345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F6B4F74-F5D6-9DCA-A83E-074CBD21E7EC}"/>
              </a:ext>
            </a:extLst>
          </p:cNvPr>
          <p:cNvSpPr txBox="1"/>
          <p:nvPr/>
        </p:nvSpPr>
        <p:spPr>
          <a:xfrm>
            <a:off x="5643716" y="2536723"/>
            <a:ext cx="6328107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Insights: </a:t>
            </a: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Installments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slightly dominate: 51.5% of orders are paid in </a:t>
            </a:r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installments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lvl="0"/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Single payments remain strong: 48.5% of customers prefer paying upfront.</a:t>
            </a:r>
          </a:p>
          <a:p>
            <a:pPr lvl="0"/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split is almost even, showing diverse payment preferences.</a:t>
            </a:r>
          </a:p>
          <a:p>
            <a:pPr lvl="0"/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Indicates that flexible payment options are crucial to meet customer needs.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97472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7F267-0991-BF20-6207-B946C4418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Number of Customers From each State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68651E-FE57-3B9E-8809-25562CA0F8AC}"/>
              </a:ext>
            </a:extLst>
          </p:cNvPr>
          <p:cNvSpPr txBox="1"/>
          <p:nvPr/>
        </p:nvSpPr>
        <p:spPr>
          <a:xfrm>
            <a:off x="7128387" y="2241352"/>
            <a:ext cx="4955457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Insights: </a:t>
            </a:r>
          </a:p>
          <a:p>
            <a:endParaRPr lang="en-IN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São Paulo (SP) dominates with 38,641 customers, far ahead of all other states.</a:t>
            </a:r>
          </a:p>
          <a:p>
            <a:pPr lvl="0"/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Rio de Janeiro (RJ) and Minas Gerais (MG) form the second tier, each with ~11K customers.</a:t>
            </a:r>
          </a:p>
          <a:p>
            <a:pPr lvl="0"/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Rio Grande do Sul (RS) and Paraná (PR) follow, with ~5K and ~4.7K customers respectively.</a:t>
            </a:r>
          </a:p>
          <a:p>
            <a:pPr lvl="0"/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Santa Catarina (SC), Bahia (BA), Distrito Federal (DF), Espírito Santo (ES), and Goiás (GO) contribute smaller but notable bases (1.8K–3.4K).</a:t>
            </a:r>
          </a:p>
          <a:p>
            <a:pPr lvl="0"/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Clear concentration in SP, accounting for the majority of customers compared to other states.</a:t>
            </a:r>
          </a:p>
          <a:p>
            <a:endParaRPr lang="en-IN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9D9190CD-3578-6F63-AF12-32838A5970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745" y="2241352"/>
            <a:ext cx="6297714" cy="4375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15049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32F07-1A79-4522-0E59-1C7B2271C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Number of Orders per Month in 2018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E5E348-1957-0827-0CFA-DB54384254AA}"/>
              </a:ext>
            </a:extLst>
          </p:cNvPr>
          <p:cNvSpPr txBox="1"/>
          <p:nvPr/>
        </p:nvSpPr>
        <p:spPr>
          <a:xfrm>
            <a:off x="7138219" y="2399071"/>
            <a:ext cx="4879262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Insights: </a:t>
            </a:r>
          </a:p>
          <a:p>
            <a:endParaRPr lang="en-IN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Strong start to the year: January (6,901) and March (6,884) were peak months.</a:t>
            </a:r>
          </a:p>
          <a:p>
            <a:pPr lvl="0"/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Stable performance: February, April, and May all maintained ~6,400–6,700 orders.</a:t>
            </a:r>
          </a:p>
          <a:p>
            <a:pPr lvl="0"/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Mid-year dip: June (6,075) and July (6,118) saw the lowest volumes.</a:t>
            </a:r>
          </a:p>
          <a:p>
            <a:pPr lvl="0"/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Recovery in August: Orders rose slightly to 6,324.</a:t>
            </a:r>
          </a:p>
          <a:p>
            <a:pPr lvl="0"/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Overall, monthly orders stayed consistently between 6K–7K, showing steady demand with minor seasonal fluctuations.</a:t>
            </a:r>
          </a:p>
          <a:p>
            <a:endParaRPr lang="en-IN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C87FDB1A-D662-0DCA-F249-E5F4B80A01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519" y="2241754"/>
            <a:ext cx="6157455" cy="4404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96127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9AE83-F0CE-0573-DC4A-9178C6A5A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10 Product Categories by Revenue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068305-6CF2-1328-DE3A-870DD329B854}"/>
              </a:ext>
            </a:extLst>
          </p:cNvPr>
          <p:cNvSpPr txBox="1"/>
          <p:nvPr/>
        </p:nvSpPr>
        <p:spPr>
          <a:xfrm>
            <a:off x="7285703" y="2025908"/>
            <a:ext cx="483747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Insights: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Health Beauty leads with 9.2%, the single largest contributor to revenue.</a:t>
            </a:r>
          </a:p>
          <a:p>
            <a:pPr lvl="0"/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Watches Present (8.3%) and Bed Table Bath (8.1%) form the next strong tier.</a:t>
            </a:r>
          </a:p>
          <a:p>
            <a:pPr lvl="0"/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Sport Leisure (7.3%) and Computer Accessories (6.7%) also contribute significantly.</a:t>
            </a:r>
          </a:p>
          <a:p>
            <a:pPr lvl="0"/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Furniture Decoration and Housewares add mid-level shares (5–6%).</a:t>
            </a:r>
          </a:p>
          <a:p>
            <a:pPr lvl="0"/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Cool Stuff, Automotive, and Garden Tools contribute smaller portions (3.7–4.5%).</a:t>
            </a:r>
          </a:p>
          <a:p>
            <a:pPr lvl="0"/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top 5 categories together account for nearly 40% of total revenue, showing clear concentration.</a:t>
            </a:r>
          </a:p>
          <a:p>
            <a:endParaRPr lang="en-IN" dirty="0"/>
          </a:p>
        </p:txBody>
      </p:sp>
      <p:pic>
        <p:nvPicPr>
          <p:cNvPr id="7172" name="Picture 4">
            <a:extLst>
              <a:ext uri="{FF2B5EF4-FFF2-40B4-BE49-F238E27FC236}">
                <a16:creationId xmlns:a16="http://schemas.microsoft.com/office/drawing/2014/main" id="{80E7012F-EFF2-C7C0-68F6-185F801761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336" y="2212259"/>
            <a:ext cx="6674411" cy="4444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2177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C76E0-02BE-C2F8-7536-C1D48F201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10 Sellers by Revenue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333351-EB91-413B-765E-B631BEA9F5A6}"/>
              </a:ext>
            </a:extLst>
          </p:cNvPr>
          <p:cNvSpPr txBox="1"/>
          <p:nvPr/>
        </p:nvSpPr>
        <p:spPr>
          <a:xfrm>
            <a:off x="7354530" y="2458065"/>
            <a:ext cx="4665448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Insights: </a:t>
            </a:r>
          </a:p>
          <a:p>
            <a:endParaRPr lang="en-IN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top 4 sellers (IDs ending in b2, 905, 0ab, 884) are tightly clustered, each generating between 246K–256K. This suggests a highly competitive tier at the top.</a:t>
            </a: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There’s a noticeable drop-off after the 4th seller: Seller fa1c13f... at 211K is about 35K lower than the 4th place, marking a clear gap between the leaders and the rest.</a:t>
            </a:r>
          </a:p>
          <a:p>
            <a:pPr lvl="0"/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bottom 3 sellers (IDs ending in 753a, 0bfa, 736, e60) range between 159K–178K, showing a smaller spread compared to the top tier.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BEF50AD3-F1FA-4AEB-DE15-B40D443479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022" y="2164494"/>
            <a:ext cx="7071237" cy="4472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51811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2BA35-A6B3-C41F-D4B7-A8B08B9A5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F58AE-7B7D-631F-704A-5D16503133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0" y="2661337"/>
            <a:ext cx="9613861" cy="3599316"/>
          </a:xfrm>
        </p:spPr>
        <p:txBody>
          <a:bodyPr>
            <a:normAutofit/>
          </a:bodyPr>
          <a:lstStyle/>
          <a:p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Demographics and Spending Patterns</a:t>
            </a:r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São Paulo (SP) is the primary customer hub, leading in unique customers across cities and states. Most orders consist of a single item, with variations in average items per order across different cities. Credit Card is the most preferred payment method and generates the highest revenue, with approximately 51.5% of orders utilizing installment payments.</a:t>
            </a:r>
          </a:p>
          <a:p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Performance Indicators (KPIs)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Monthly sales show an upward trend from late 2016 to mid-2018, with seasonal peaks. 2018 recorded the highest order volume. The vast majority of orders were successfully delivered, indicating efficient fulfillment, with a minimal number of cancellations. The average delivery time is around 12 days, and most orders fall into lower price ranges.</a:t>
            </a:r>
          </a:p>
          <a:p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 and Seller Performance</a:t>
            </a:r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'HEALTH BEAUTY', 'Watches present', and 'bed table bath' are consistently the top product categories by total sales and revenue percentage. There is a very weak negative correlation (-0.03) between product price and the number of purchases, suggesting price is not the sole driver of purchase frequency. Specific seller IDs were identified as high-revenue generators.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33200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CC8E2-EF83-AB16-97FD-056C7773A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Resources: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B26E6-4E14-08BB-B61C-A155849BD7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140" y="3005467"/>
            <a:ext cx="9613861" cy="2716907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 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extraction and analysis:</a:t>
            </a:r>
          </a:p>
          <a:p>
            <a:pPr marL="0" indent="0">
              <a:buNone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Tool: MySQL Workbench</a:t>
            </a:r>
          </a:p>
          <a:p>
            <a:pPr marL="0" indent="0">
              <a:buNone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File: 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Link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Data Cleaning, Analysis and Visualization:</a:t>
            </a:r>
          </a:p>
          <a:p>
            <a:pPr marL="0" indent="0">
              <a:buNone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Tool: Pandas, Matplotlib</a:t>
            </a:r>
          </a:p>
          <a:p>
            <a:pPr marL="0" indent="0">
              <a:buNone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File: 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Link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6946894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334</TotalTime>
  <Words>1350</Words>
  <Application>Microsoft Office PowerPoint</Application>
  <PresentationFormat>Widescreen</PresentationFormat>
  <Paragraphs>178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Segoe UI Black</vt:lpstr>
      <vt:lpstr>Trebuchet MS</vt:lpstr>
      <vt:lpstr>Wingdings</vt:lpstr>
      <vt:lpstr>Berlin</vt:lpstr>
      <vt:lpstr>e-Commerce Data Analysis Project</vt:lpstr>
      <vt:lpstr>Project Overview:</vt:lpstr>
      <vt:lpstr>Dataset Overview:</vt:lpstr>
      <vt:lpstr>Data Cleaning Steps:</vt:lpstr>
      <vt:lpstr>Key Business KPIs</vt:lpstr>
      <vt:lpstr>Monthly Sales Trend Analysis:</vt:lpstr>
      <vt:lpstr>Revenue by Payment type Analysis</vt:lpstr>
      <vt:lpstr>Freight Value v/s Product Price</vt:lpstr>
      <vt:lpstr>Price distribution by top 5 product categories</vt:lpstr>
      <vt:lpstr>Top 10 Cities by Sales</vt:lpstr>
      <vt:lpstr>Order Analysis Per Year</vt:lpstr>
      <vt:lpstr>Total Sales per Category</vt:lpstr>
      <vt:lpstr>Orders Paid in Installment</vt:lpstr>
      <vt:lpstr>Number of Customers From each State</vt:lpstr>
      <vt:lpstr>Number of Orders per Month in 2018</vt:lpstr>
      <vt:lpstr>Top 10 Product Categories by Revenue</vt:lpstr>
      <vt:lpstr>Top 10 Sellers by Revenue</vt:lpstr>
      <vt:lpstr>Conclusion</vt:lpstr>
      <vt:lpstr>Resources: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madhurihawaldar55@gmail.com</dc:creator>
  <cp:lastModifiedBy>madhurihawaldar55@gmail.com</cp:lastModifiedBy>
  <cp:revision>1</cp:revision>
  <dcterms:created xsi:type="dcterms:W3CDTF">2026-03-02T08:29:11Z</dcterms:created>
  <dcterms:modified xsi:type="dcterms:W3CDTF">2026-03-11T05:16:33Z</dcterms:modified>
</cp:coreProperties>
</file>